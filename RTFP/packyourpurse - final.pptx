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20.jpg" ContentType="image/jpe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98" r:id="rId4"/>
    <p:sldId id="299" r:id="rId5"/>
    <p:sldId id="260" r:id="rId6"/>
    <p:sldId id="261" r:id="rId7"/>
    <p:sldId id="297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92" r:id="rId19"/>
    <p:sldId id="296" r:id="rId20"/>
    <p:sldId id="293" r:id="rId21"/>
    <p:sldId id="294" r:id="rId22"/>
    <p:sldId id="295" r:id="rId23"/>
    <p:sldId id="279" r:id="rId24"/>
    <p:sldId id="281" r:id="rId25"/>
    <p:sldId id="280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91" r:id="rId34"/>
    <p:sldId id="289" r:id="rId35"/>
    <p:sldId id="272" r:id="rId3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C99767-5CED-45DF-940D-3A69735A792C}" v="2" dt="2025-04-29T05:11:38.21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dini Patel Padam" userId="c2eb1c238ecc7616" providerId="LiveId" clId="{6EC99767-5CED-45DF-940D-3A69735A792C}"/>
    <pc:docChg chg="undo custSel modSld sldOrd">
      <pc:chgData name="Nandini Patel Padam" userId="c2eb1c238ecc7616" providerId="LiveId" clId="{6EC99767-5CED-45DF-940D-3A69735A792C}" dt="2025-04-29T06:37:15.454" v="124" actId="1076"/>
      <pc:docMkLst>
        <pc:docMk/>
      </pc:docMkLst>
      <pc:sldChg chg="modSp">
        <pc:chgData name="Nandini Patel Padam" userId="c2eb1c238ecc7616" providerId="LiveId" clId="{6EC99767-5CED-45DF-940D-3A69735A792C}" dt="2025-04-28T20:46:36.007" v="2" actId="2711"/>
        <pc:sldMkLst>
          <pc:docMk/>
          <pc:sldMk cId="0" sldId="260"/>
        </pc:sldMkLst>
        <pc:spChg chg="mod">
          <ac:chgData name="Nandini Patel Padam" userId="c2eb1c238ecc7616" providerId="LiveId" clId="{6EC99767-5CED-45DF-940D-3A69735A792C}" dt="2025-04-28T20:46:36.007" v="2" actId="2711"/>
          <ac:spMkLst>
            <pc:docMk/>
            <pc:sldMk cId="0" sldId="260"/>
            <ac:spMk id="3" creationId="{00000000-0000-0000-0000-000000000000}"/>
          </ac:spMkLst>
        </pc:spChg>
        <pc:spChg chg="mod">
          <ac:chgData name="Nandini Patel Padam" userId="c2eb1c238ecc7616" providerId="LiveId" clId="{6EC99767-5CED-45DF-940D-3A69735A792C}" dt="2025-04-28T20:46:36.007" v="2" actId="2711"/>
          <ac:spMkLst>
            <pc:docMk/>
            <pc:sldMk cId="0" sldId="260"/>
            <ac:spMk id="9" creationId="{2EB492CD-616E-47F8-933B-5E2D952A0593}"/>
          </ac:spMkLst>
        </pc:spChg>
        <pc:spChg chg="mod">
          <ac:chgData name="Nandini Patel Padam" userId="c2eb1c238ecc7616" providerId="LiveId" clId="{6EC99767-5CED-45DF-940D-3A69735A792C}" dt="2025-04-28T20:46:36.007" v="2" actId="2711"/>
          <ac:spMkLst>
            <pc:docMk/>
            <pc:sldMk cId="0" sldId="260"/>
            <ac:spMk id="11" creationId="{59383CF9-23B5-4335-9B21-1791C4CF1C75}"/>
          </ac:spMkLst>
        </pc:spChg>
        <pc:spChg chg="mod">
          <ac:chgData name="Nandini Patel Padam" userId="c2eb1c238ecc7616" providerId="LiveId" clId="{6EC99767-5CED-45DF-940D-3A69735A792C}" dt="2025-04-28T20:46:36.007" v="2" actId="2711"/>
          <ac:spMkLst>
            <pc:docMk/>
            <pc:sldMk cId="0" sldId="260"/>
            <ac:spMk id="13" creationId="{0007FE00-9498-4706-B255-6437B0252C02}"/>
          </ac:spMkLst>
        </pc:spChg>
        <pc:graphicFrameChg chg="mod">
          <ac:chgData name="Nandini Patel Padam" userId="c2eb1c238ecc7616" providerId="LiveId" clId="{6EC99767-5CED-45DF-940D-3A69735A792C}" dt="2025-04-28T20:46:36.007" v="2" actId="2711"/>
          <ac:graphicFrameMkLst>
            <pc:docMk/>
            <pc:sldMk cId="0" sldId="260"/>
            <ac:graphicFrameMk id="15" creationId="{6AFBA979-F702-9D08-5F36-79CB5CBA5598}"/>
          </ac:graphicFrameMkLst>
        </pc:graphicFrameChg>
        <pc:picChg chg="mod">
          <ac:chgData name="Nandini Patel Padam" userId="c2eb1c238ecc7616" providerId="LiveId" clId="{6EC99767-5CED-45DF-940D-3A69735A792C}" dt="2025-04-28T20:46:36.007" v="2" actId="2711"/>
          <ac:picMkLst>
            <pc:docMk/>
            <pc:sldMk cId="0" sldId="260"/>
            <ac:picMk id="2" creationId="{00000000-0000-0000-0000-000000000000}"/>
          </ac:picMkLst>
        </pc:picChg>
      </pc:sldChg>
      <pc:sldChg chg="delSp">
        <pc:chgData name="Nandini Patel Padam" userId="c2eb1c238ecc7616" providerId="LiveId" clId="{6EC99767-5CED-45DF-940D-3A69735A792C}" dt="2025-04-28T20:44:41.714" v="1"/>
        <pc:sldMkLst>
          <pc:docMk/>
          <pc:sldMk cId="0" sldId="262"/>
        </pc:sldMkLst>
        <pc:spChg chg="del">
          <ac:chgData name="Nandini Patel Padam" userId="c2eb1c238ecc7616" providerId="LiveId" clId="{6EC99767-5CED-45DF-940D-3A69735A792C}" dt="2025-04-28T20:44:41.712" v="0"/>
          <ac:spMkLst>
            <pc:docMk/>
            <pc:sldMk cId="0" sldId="262"/>
            <ac:spMk id="6" creationId="{00000000-0000-0000-0000-000000000000}"/>
          </ac:spMkLst>
        </pc:spChg>
        <pc:spChg chg="del">
          <ac:chgData name="Nandini Patel Padam" userId="c2eb1c238ecc7616" providerId="LiveId" clId="{6EC99767-5CED-45DF-940D-3A69735A792C}" dt="2025-04-28T20:44:41.714" v="1"/>
          <ac:spMkLst>
            <pc:docMk/>
            <pc:sldMk cId="0" sldId="262"/>
            <ac:spMk id="7" creationId="{00000000-0000-0000-0000-000000000000}"/>
          </ac:spMkLst>
        </pc:spChg>
      </pc:sldChg>
      <pc:sldChg chg="delSp modSp mod">
        <pc:chgData name="Nandini Patel Padam" userId="c2eb1c238ecc7616" providerId="LiveId" clId="{6EC99767-5CED-45DF-940D-3A69735A792C}" dt="2025-04-29T06:37:15.454" v="124" actId="1076"/>
        <pc:sldMkLst>
          <pc:docMk/>
          <pc:sldMk cId="0" sldId="266"/>
        </pc:sldMkLst>
        <pc:spChg chg="mod">
          <ac:chgData name="Nandini Patel Padam" userId="c2eb1c238ecc7616" providerId="LiveId" clId="{6EC99767-5CED-45DF-940D-3A69735A792C}" dt="2025-04-29T06:35:40.440" v="112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Nandini Patel Padam" userId="c2eb1c238ecc7616" providerId="LiveId" clId="{6EC99767-5CED-45DF-940D-3A69735A792C}" dt="2025-04-29T06:33:56.323" v="84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Nandini Patel Padam" userId="c2eb1c238ecc7616" providerId="LiveId" clId="{6EC99767-5CED-45DF-940D-3A69735A792C}" dt="2025-04-29T06:35:07.788" v="106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Nandini Patel Padam" userId="c2eb1c238ecc7616" providerId="LiveId" clId="{6EC99767-5CED-45DF-940D-3A69735A792C}" dt="2025-04-29T06:36:59.289" v="122" actId="1076"/>
          <ac:spMkLst>
            <pc:docMk/>
            <pc:sldMk cId="0" sldId="266"/>
            <ac:spMk id="7" creationId="{00000000-0000-0000-0000-000000000000}"/>
          </ac:spMkLst>
        </pc:spChg>
        <pc:spChg chg="del mod">
          <ac:chgData name="Nandini Patel Padam" userId="c2eb1c238ecc7616" providerId="LiveId" clId="{6EC99767-5CED-45DF-940D-3A69735A792C}" dt="2025-04-29T06:36:30.176" v="115" actId="478"/>
          <ac:spMkLst>
            <pc:docMk/>
            <pc:sldMk cId="0" sldId="266"/>
            <ac:spMk id="10" creationId="{00000000-0000-0000-0000-000000000000}"/>
          </ac:spMkLst>
        </pc:spChg>
        <pc:spChg chg="del mod">
          <ac:chgData name="Nandini Patel Padam" userId="c2eb1c238ecc7616" providerId="LiveId" clId="{6EC99767-5CED-45DF-940D-3A69735A792C}" dt="2025-04-29T06:36:41.385" v="119" actId="478"/>
          <ac:spMkLst>
            <pc:docMk/>
            <pc:sldMk cId="0" sldId="266"/>
            <ac:spMk id="12" creationId="{00000000-0000-0000-0000-000000000000}"/>
          </ac:spMkLst>
        </pc:spChg>
        <pc:spChg chg="mod">
          <ac:chgData name="Nandini Patel Padam" userId="c2eb1c238ecc7616" providerId="LiveId" clId="{6EC99767-5CED-45DF-940D-3A69735A792C}" dt="2025-04-29T06:37:06.527" v="123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Nandini Patel Padam" userId="c2eb1c238ecc7616" providerId="LiveId" clId="{6EC99767-5CED-45DF-940D-3A69735A792C}" dt="2025-04-29T06:37:15.454" v="124" actId="1076"/>
          <ac:spMkLst>
            <pc:docMk/>
            <pc:sldMk cId="0" sldId="266"/>
            <ac:spMk id="15" creationId="{00000000-0000-0000-0000-000000000000}"/>
          </ac:spMkLst>
        </pc:spChg>
      </pc:sldChg>
      <pc:sldChg chg="addSp delSp modSp mod">
        <pc:chgData name="Nandini Patel Padam" userId="c2eb1c238ecc7616" providerId="LiveId" clId="{6EC99767-5CED-45DF-940D-3A69735A792C}" dt="2025-04-29T05:11:48.696" v="15" actId="1076"/>
        <pc:sldMkLst>
          <pc:docMk/>
          <pc:sldMk cId="0" sldId="269"/>
        </pc:sldMkLst>
        <pc:picChg chg="del">
          <ac:chgData name="Nandini Patel Padam" userId="c2eb1c238ecc7616" providerId="LiveId" clId="{6EC99767-5CED-45DF-940D-3A69735A792C}" dt="2025-04-29T05:10:08.794" v="11" actId="478"/>
          <ac:picMkLst>
            <pc:docMk/>
            <pc:sldMk cId="0" sldId="269"/>
            <ac:picMk id="3" creationId="{00000000-0000-0000-0000-000000000000}"/>
          </ac:picMkLst>
        </pc:picChg>
        <pc:picChg chg="add mod">
          <ac:chgData name="Nandini Patel Padam" userId="c2eb1c238ecc7616" providerId="LiveId" clId="{6EC99767-5CED-45DF-940D-3A69735A792C}" dt="2025-04-29T05:11:48.696" v="15" actId="1076"/>
          <ac:picMkLst>
            <pc:docMk/>
            <pc:sldMk cId="0" sldId="269"/>
            <ac:picMk id="5" creationId="{B7EB24C5-0EC4-6619-7A19-E81726C891AD}"/>
          </ac:picMkLst>
        </pc:picChg>
      </pc:sldChg>
      <pc:sldChg chg="modSp mod">
        <pc:chgData name="Nandini Patel Padam" userId="c2eb1c238ecc7616" providerId="LiveId" clId="{6EC99767-5CED-45DF-940D-3A69735A792C}" dt="2025-04-29T05:33:37.711" v="59" actId="1076"/>
        <pc:sldMkLst>
          <pc:docMk/>
          <pc:sldMk cId="938176521" sldId="275"/>
        </pc:sldMkLst>
        <pc:spChg chg="mod">
          <ac:chgData name="Nandini Patel Padam" userId="c2eb1c238ecc7616" providerId="LiveId" clId="{6EC99767-5CED-45DF-940D-3A69735A792C}" dt="2025-04-29T05:33:37.711" v="59" actId="1076"/>
          <ac:spMkLst>
            <pc:docMk/>
            <pc:sldMk cId="938176521" sldId="275"/>
            <ac:spMk id="2" creationId="{A63BA185-DD93-9610-40A5-CBEFCCB5EFA2}"/>
          </ac:spMkLst>
        </pc:spChg>
      </pc:sldChg>
      <pc:sldChg chg="modSp mod">
        <pc:chgData name="Nandini Patel Padam" userId="c2eb1c238ecc7616" providerId="LiveId" clId="{6EC99767-5CED-45DF-940D-3A69735A792C}" dt="2025-04-29T03:59:52.405" v="8" actId="20577"/>
        <pc:sldMkLst>
          <pc:docMk/>
          <pc:sldMk cId="2986822630" sldId="280"/>
        </pc:sldMkLst>
        <pc:spChg chg="mod">
          <ac:chgData name="Nandini Patel Padam" userId="c2eb1c238ecc7616" providerId="LiveId" clId="{6EC99767-5CED-45DF-940D-3A69735A792C}" dt="2025-04-29T03:59:52.405" v="8" actId="20577"/>
          <ac:spMkLst>
            <pc:docMk/>
            <pc:sldMk cId="2986822630" sldId="280"/>
            <ac:spMk id="2" creationId="{414712AC-DDBA-CBE2-6B70-EE8660B5F316}"/>
          </ac:spMkLst>
        </pc:spChg>
      </pc:sldChg>
      <pc:sldChg chg="modSp mod ord">
        <pc:chgData name="Nandini Patel Padam" userId="c2eb1c238ecc7616" providerId="LiveId" clId="{6EC99767-5CED-45DF-940D-3A69735A792C}" dt="2025-04-29T03:59:48.020" v="6" actId="20577"/>
        <pc:sldMkLst>
          <pc:docMk/>
          <pc:sldMk cId="272976666" sldId="281"/>
        </pc:sldMkLst>
        <pc:spChg chg="mod">
          <ac:chgData name="Nandini Patel Padam" userId="c2eb1c238ecc7616" providerId="LiveId" clId="{6EC99767-5CED-45DF-940D-3A69735A792C}" dt="2025-04-29T03:59:48.020" v="6" actId="20577"/>
          <ac:spMkLst>
            <pc:docMk/>
            <pc:sldMk cId="272976666" sldId="281"/>
            <ac:spMk id="11" creationId="{CCECF9F3-D3CE-153F-67FF-4C617E71D2D1}"/>
          </ac:spMkLst>
        </pc:spChg>
      </pc:sldChg>
      <pc:sldChg chg="ord">
        <pc:chgData name="Nandini Patel Padam" userId="c2eb1c238ecc7616" providerId="LiveId" clId="{6EC99767-5CED-45DF-940D-3A69735A792C}" dt="2025-04-29T04:00:41.791" v="10"/>
        <pc:sldMkLst>
          <pc:docMk/>
          <pc:sldMk cId="775718316" sldId="285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CD0423-3585-48B8-94E0-ECD467A8090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0A10A9-78EB-4809-BBE8-21C164AD4D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Manual travel planning is time-consuming: Organizing all trip details manually takes considerable time and effort.</a:t>
          </a:r>
        </a:p>
      </dgm:t>
    </dgm:pt>
    <dgm:pt modelId="{7B15FD30-56F2-4B6F-AEAC-B8E0D87C0358}" type="parTrans" cxnId="{DE7FE253-2E43-4FFD-A501-B4B0B12B3772}">
      <dgm:prSet/>
      <dgm:spPr/>
      <dgm:t>
        <a:bodyPr/>
        <a:lstStyle/>
        <a:p>
          <a:endParaRPr lang="en-US"/>
        </a:p>
      </dgm:t>
    </dgm:pt>
    <dgm:pt modelId="{80D7B2CD-4BF0-48B5-9D55-F2305A53C277}" type="sibTrans" cxnId="{DE7FE253-2E43-4FFD-A501-B4B0B12B3772}">
      <dgm:prSet/>
      <dgm:spPr/>
      <dgm:t>
        <a:bodyPr/>
        <a:lstStyle/>
        <a:p>
          <a:endParaRPr lang="en-US"/>
        </a:p>
      </dgm:t>
    </dgm:pt>
    <dgm:pt modelId="{27E0B22E-800D-48B6-92C4-0DB53F86AE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Budget constraints can be challenging to manage: Managing fluctuating costs can make it hard to stick to a travel budget.</a:t>
          </a:r>
        </a:p>
      </dgm:t>
    </dgm:pt>
    <dgm:pt modelId="{CA2582B5-1781-45E4-B716-F2B5090BE8DE}" type="parTrans" cxnId="{8E8FA70A-0209-4C85-8170-85ECE39A3CB9}">
      <dgm:prSet/>
      <dgm:spPr/>
      <dgm:t>
        <a:bodyPr/>
        <a:lstStyle/>
        <a:p>
          <a:endParaRPr lang="en-US"/>
        </a:p>
      </dgm:t>
    </dgm:pt>
    <dgm:pt modelId="{22D2D134-C71A-473C-BCAF-72A1DFC30677}" type="sibTrans" cxnId="{8E8FA70A-0209-4C85-8170-85ECE39A3CB9}">
      <dgm:prSet/>
      <dgm:spPr/>
      <dgm:t>
        <a:bodyPr/>
        <a:lstStyle/>
        <a:p>
          <a:endParaRPr lang="en-US"/>
        </a:p>
      </dgm:t>
    </dgm:pt>
    <dgm:pt modelId="{06091357-0388-479E-8B79-A1E3EF049F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Lack of reliable information for new destinations: Finding accurate and up-to-date information on unfamiliar locations is difficult.</a:t>
          </a:r>
        </a:p>
      </dgm:t>
    </dgm:pt>
    <dgm:pt modelId="{EFE1C171-E248-49F4-A338-16F3FF56D39F}" type="parTrans" cxnId="{6083B4B5-24E3-40D7-835B-0FF715994C1C}">
      <dgm:prSet/>
      <dgm:spPr/>
      <dgm:t>
        <a:bodyPr/>
        <a:lstStyle/>
        <a:p>
          <a:endParaRPr lang="en-US"/>
        </a:p>
      </dgm:t>
    </dgm:pt>
    <dgm:pt modelId="{42208AB9-6F75-4E9D-A95E-9B7A6A583A6B}" type="sibTrans" cxnId="{6083B4B5-24E3-40D7-835B-0FF715994C1C}">
      <dgm:prSet/>
      <dgm:spPr/>
      <dgm:t>
        <a:bodyPr/>
        <a:lstStyle/>
        <a:p>
          <a:endParaRPr lang="en-US"/>
        </a:p>
      </dgm:t>
    </dgm:pt>
    <dgm:pt modelId="{8A20BF75-3C79-4745-B701-87CD639DE8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Communication barriers in foreign locations: Language differences can create frustration and complicate interactions with locals.</a:t>
          </a:r>
        </a:p>
      </dgm:t>
    </dgm:pt>
    <dgm:pt modelId="{918EDFBC-E0A8-401B-897A-3FD2FFE37172}" type="parTrans" cxnId="{8912D8D7-88A7-4D8E-8C1F-FB4F0822A84B}">
      <dgm:prSet/>
      <dgm:spPr/>
      <dgm:t>
        <a:bodyPr/>
        <a:lstStyle/>
        <a:p>
          <a:endParaRPr lang="en-US"/>
        </a:p>
      </dgm:t>
    </dgm:pt>
    <dgm:pt modelId="{E5ABAA04-DEA0-441A-91C1-3454ED3A4C36}" type="sibTrans" cxnId="{8912D8D7-88A7-4D8E-8C1F-FB4F0822A84B}">
      <dgm:prSet/>
      <dgm:spPr/>
      <dgm:t>
        <a:bodyPr/>
        <a:lstStyle/>
        <a:p>
          <a:endParaRPr lang="en-US"/>
        </a:p>
      </dgm:t>
    </dgm:pt>
    <dgm:pt modelId="{8BB6772F-52EA-4628-88EF-6BCBCC74D584}" type="pres">
      <dgm:prSet presAssocID="{96CD0423-3585-48B8-94E0-ECD467A8090B}" presName="root" presStyleCnt="0">
        <dgm:presLayoutVars>
          <dgm:dir/>
          <dgm:resizeHandles val="exact"/>
        </dgm:presLayoutVars>
      </dgm:prSet>
      <dgm:spPr/>
    </dgm:pt>
    <dgm:pt modelId="{E14A36E8-3A11-4E58-9725-49805970CD3B}" type="pres">
      <dgm:prSet presAssocID="{E60A10A9-78EB-4809-BBE8-21C164AD4DE0}" presName="compNode" presStyleCnt="0"/>
      <dgm:spPr/>
    </dgm:pt>
    <dgm:pt modelId="{41C26DA8-555E-41A2-9022-7F3D0269D1CD}" type="pres">
      <dgm:prSet presAssocID="{E60A10A9-78EB-4809-BBE8-21C164AD4DE0}" presName="bgRect" presStyleLbl="bgShp" presStyleIdx="0" presStyleCnt="4"/>
      <dgm:spPr/>
    </dgm:pt>
    <dgm:pt modelId="{4C36EB55-D576-4A45-A154-E0BC35B93E75}" type="pres">
      <dgm:prSet presAssocID="{E60A10A9-78EB-4809-BBE8-21C164AD4DE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EF8AE10-7AAD-4C76-BDAE-8AE2832B2B28}" type="pres">
      <dgm:prSet presAssocID="{E60A10A9-78EB-4809-BBE8-21C164AD4DE0}" presName="spaceRect" presStyleCnt="0"/>
      <dgm:spPr/>
    </dgm:pt>
    <dgm:pt modelId="{B1B566AD-912A-49E9-B7F0-3A51C2D54AE1}" type="pres">
      <dgm:prSet presAssocID="{E60A10A9-78EB-4809-BBE8-21C164AD4DE0}" presName="parTx" presStyleLbl="revTx" presStyleIdx="0" presStyleCnt="4">
        <dgm:presLayoutVars>
          <dgm:chMax val="0"/>
          <dgm:chPref val="0"/>
        </dgm:presLayoutVars>
      </dgm:prSet>
      <dgm:spPr/>
    </dgm:pt>
    <dgm:pt modelId="{7B84BF10-4800-49F2-AEE3-5E9D969DFFF5}" type="pres">
      <dgm:prSet presAssocID="{80D7B2CD-4BF0-48B5-9D55-F2305A53C277}" presName="sibTrans" presStyleCnt="0"/>
      <dgm:spPr/>
    </dgm:pt>
    <dgm:pt modelId="{4FC250B1-EA11-47C8-9733-1118C42B8F42}" type="pres">
      <dgm:prSet presAssocID="{27E0B22E-800D-48B6-92C4-0DB53F86AEA6}" presName="compNode" presStyleCnt="0"/>
      <dgm:spPr/>
    </dgm:pt>
    <dgm:pt modelId="{694D7ED5-E578-472D-96EE-B4E784116209}" type="pres">
      <dgm:prSet presAssocID="{27E0B22E-800D-48B6-92C4-0DB53F86AEA6}" presName="bgRect" presStyleLbl="bgShp" presStyleIdx="1" presStyleCnt="4"/>
      <dgm:spPr/>
    </dgm:pt>
    <dgm:pt modelId="{4B4AB4A7-DEF3-4751-9ECC-9269DB4AE043}" type="pres">
      <dgm:prSet presAssocID="{27E0B22E-800D-48B6-92C4-0DB53F86AEA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EB5F462-519D-4E30-BA53-513D30F61584}" type="pres">
      <dgm:prSet presAssocID="{27E0B22E-800D-48B6-92C4-0DB53F86AEA6}" presName="spaceRect" presStyleCnt="0"/>
      <dgm:spPr/>
    </dgm:pt>
    <dgm:pt modelId="{C68F0C68-2522-4005-A7C5-4F64597FA774}" type="pres">
      <dgm:prSet presAssocID="{27E0B22E-800D-48B6-92C4-0DB53F86AEA6}" presName="parTx" presStyleLbl="revTx" presStyleIdx="1" presStyleCnt="4">
        <dgm:presLayoutVars>
          <dgm:chMax val="0"/>
          <dgm:chPref val="0"/>
        </dgm:presLayoutVars>
      </dgm:prSet>
      <dgm:spPr/>
    </dgm:pt>
    <dgm:pt modelId="{B28C1C71-514B-44F4-ADEA-912AC977ED96}" type="pres">
      <dgm:prSet presAssocID="{22D2D134-C71A-473C-BCAF-72A1DFC30677}" presName="sibTrans" presStyleCnt="0"/>
      <dgm:spPr/>
    </dgm:pt>
    <dgm:pt modelId="{3E10B2EF-7508-4164-8E9D-29898D36F1B2}" type="pres">
      <dgm:prSet presAssocID="{06091357-0388-479E-8B79-A1E3EF049FC8}" presName="compNode" presStyleCnt="0"/>
      <dgm:spPr/>
    </dgm:pt>
    <dgm:pt modelId="{AC912043-5E7A-4C93-8D60-1CA40D1A0093}" type="pres">
      <dgm:prSet presAssocID="{06091357-0388-479E-8B79-A1E3EF049FC8}" presName="bgRect" presStyleLbl="bgShp" presStyleIdx="2" presStyleCnt="4"/>
      <dgm:spPr/>
    </dgm:pt>
    <dgm:pt modelId="{2F624345-DF3E-43FC-BF1E-FF85BE9D3F2F}" type="pres">
      <dgm:prSet presAssocID="{06091357-0388-479E-8B79-A1E3EF049FC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F178A0FD-A2CD-480B-B8A8-67B5E39ABA16}" type="pres">
      <dgm:prSet presAssocID="{06091357-0388-479E-8B79-A1E3EF049FC8}" presName="spaceRect" presStyleCnt="0"/>
      <dgm:spPr/>
    </dgm:pt>
    <dgm:pt modelId="{6FA4E0E4-886D-45BE-A6EF-8402EFB54E4C}" type="pres">
      <dgm:prSet presAssocID="{06091357-0388-479E-8B79-A1E3EF049FC8}" presName="parTx" presStyleLbl="revTx" presStyleIdx="2" presStyleCnt="4">
        <dgm:presLayoutVars>
          <dgm:chMax val="0"/>
          <dgm:chPref val="0"/>
        </dgm:presLayoutVars>
      </dgm:prSet>
      <dgm:spPr/>
    </dgm:pt>
    <dgm:pt modelId="{DA7DC19D-71DA-4E16-A706-1E9FBFA322C6}" type="pres">
      <dgm:prSet presAssocID="{42208AB9-6F75-4E9D-A95E-9B7A6A583A6B}" presName="sibTrans" presStyleCnt="0"/>
      <dgm:spPr/>
    </dgm:pt>
    <dgm:pt modelId="{DD2D7B36-82EB-4AE2-8551-F7715F12C692}" type="pres">
      <dgm:prSet presAssocID="{8A20BF75-3C79-4745-B701-87CD639DE87D}" presName="compNode" presStyleCnt="0"/>
      <dgm:spPr/>
    </dgm:pt>
    <dgm:pt modelId="{1720CAF9-E819-40B1-956C-54969DCAB8A6}" type="pres">
      <dgm:prSet presAssocID="{8A20BF75-3C79-4745-B701-87CD639DE87D}" presName="bgRect" presStyleLbl="bgShp" presStyleIdx="3" presStyleCnt="4"/>
      <dgm:spPr/>
    </dgm:pt>
    <dgm:pt modelId="{CFE8BD6E-D467-41EE-9F5E-2071D63A11F0}" type="pres">
      <dgm:prSet presAssocID="{8A20BF75-3C79-4745-B701-87CD639DE87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ngue"/>
        </a:ext>
      </dgm:extLst>
    </dgm:pt>
    <dgm:pt modelId="{C189F636-55AF-4216-8384-4CB3BCC82A49}" type="pres">
      <dgm:prSet presAssocID="{8A20BF75-3C79-4745-B701-87CD639DE87D}" presName="spaceRect" presStyleCnt="0"/>
      <dgm:spPr/>
    </dgm:pt>
    <dgm:pt modelId="{29EC06D3-A774-4933-BFC5-0F2632991680}" type="pres">
      <dgm:prSet presAssocID="{8A20BF75-3C79-4745-B701-87CD639DE87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E8FA70A-0209-4C85-8170-85ECE39A3CB9}" srcId="{96CD0423-3585-48B8-94E0-ECD467A8090B}" destId="{27E0B22E-800D-48B6-92C4-0DB53F86AEA6}" srcOrd="1" destOrd="0" parTransId="{CA2582B5-1781-45E4-B716-F2B5090BE8DE}" sibTransId="{22D2D134-C71A-473C-BCAF-72A1DFC30677}"/>
    <dgm:cxn modelId="{DE7FE253-2E43-4FFD-A501-B4B0B12B3772}" srcId="{96CD0423-3585-48B8-94E0-ECD467A8090B}" destId="{E60A10A9-78EB-4809-BBE8-21C164AD4DE0}" srcOrd="0" destOrd="0" parTransId="{7B15FD30-56F2-4B6F-AEAC-B8E0D87C0358}" sibTransId="{80D7B2CD-4BF0-48B5-9D55-F2305A53C277}"/>
    <dgm:cxn modelId="{FECE91B5-E5D0-4EC0-B965-939CC087AFD9}" type="presOf" srcId="{96CD0423-3585-48B8-94E0-ECD467A8090B}" destId="{8BB6772F-52EA-4628-88EF-6BCBCC74D584}" srcOrd="0" destOrd="0" presId="urn:microsoft.com/office/officeart/2018/2/layout/IconVerticalSolidList"/>
    <dgm:cxn modelId="{6083B4B5-24E3-40D7-835B-0FF715994C1C}" srcId="{96CD0423-3585-48B8-94E0-ECD467A8090B}" destId="{06091357-0388-479E-8B79-A1E3EF049FC8}" srcOrd="2" destOrd="0" parTransId="{EFE1C171-E248-49F4-A338-16F3FF56D39F}" sibTransId="{42208AB9-6F75-4E9D-A95E-9B7A6A583A6B}"/>
    <dgm:cxn modelId="{3FB7B9BC-DF39-45F8-A846-F1901D16CE51}" type="presOf" srcId="{8A20BF75-3C79-4745-B701-87CD639DE87D}" destId="{29EC06D3-A774-4933-BFC5-0F2632991680}" srcOrd="0" destOrd="0" presId="urn:microsoft.com/office/officeart/2018/2/layout/IconVerticalSolidList"/>
    <dgm:cxn modelId="{8912D8D7-88A7-4D8E-8C1F-FB4F0822A84B}" srcId="{96CD0423-3585-48B8-94E0-ECD467A8090B}" destId="{8A20BF75-3C79-4745-B701-87CD639DE87D}" srcOrd="3" destOrd="0" parTransId="{918EDFBC-E0A8-401B-897A-3FD2FFE37172}" sibTransId="{E5ABAA04-DEA0-441A-91C1-3454ED3A4C36}"/>
    <dgm:cxn modelId="{AAE827E0-80F8-4556-AF5B-28BF82DF6070}" type="presOf" srcId="{06091357-0388-479E-8B79-A1E3EF049FC8}" destId="{6FA4E0E4-886D-45BE-A6EF-8402EFB54E4C}" srcOrd="0" destOrd="0" presId="urn:microsoft.com/office/officeart/2018/2/layout/IconVerticalSolidList"/>
    <dgm:cxn modelId="{4B5CA1E9-96A1-45A4-A1AD-F92E663F2D9C}" type="presOf" srcId="{E60A10A9-78EB-4809-BBE8-21C164AD4DE0}" destId="{B1B566AD-912A-49E9-B7F0-3A51C2D54AE1}" srcOrd="0" destOrd="0" presId="urn:microsoft.com/office/officeart/2018/2/layout/IconVerticalSolidList"/>
    <dgm:cxn modelId="{EA3AE3F7-072D-4119-8E83-EA998529E37C}" type="presOf" srcId="{27E0B22E-800D-48B6-92C4-0DB53F86AEA6}" destId="{C68F0C68-2522-4005-A7C5-4F64597FA774}" srcOrd="0" destOrd="0" presId="urn:microsoft.com/office/officeart/2018/2/layout/IconVerticalSolidList"/>
    <dgm:cxn modelId="{30D51D46-B8AD-4954-8BE2-B59225C213FE}" type="presParOf" srcId="{8BB6772F-52EA-4628-88EF-6BCBCC74D584}" destId="{E14A36E8-3A11-4E58-9725-49805970CD3B}" srcOrd="0" destOrd="0" presId="urn:microsoft.com/office/officeart/2018/2/layout/IconVerticalSolidList"/>
    <dgm:cxn modelId="{464F246D-F8B0-4CB7-A0BF-B0C8017D3760}" type="presParOf" srcId="{E14A36E8-3A11-4E58-9725-49805970CD3B}" destId="{41C26DA8-555E-41A2-9022-7F3D0269D1CD}" srcOrd="0" destOrd="0" presId="urn:microsoft.com/office/officeart/2018/2/layout/IconVerticalSolidList"/>
    <dgm:cxn modelId="{AA3262EE-755B-4048-A505-46A7B3B40401}" type="presParOf" srcId="{E14A36E8-3A11-4E58-9725-49805970CD3B}" destId="{4C36EB55-D576-4A45-A154-E0BC35B93E75}" srcOrd="1" destOrd="0" presId="urn:microsoft.com/office/officeart/2018/2/layout/IconVerticalSolidList"/>
    <dgm:cxn modelId="{AE880146-F7D9-46FC-BC38-9A803CDC7030}" type="presParOf" srcId="{E14A36E8-3A11-4E58-9725-49805970CD3B}" destId="{2EF8AE10-7AAD-4C76-BDAE-8AE2832B2B28}" srcOrd="2" destOrd="0" presId="urn:microsoft.com/office/officeart/2018/2/layout/IconVerticalSolidList"/>
    <dgm:cxn modelId="{BBB1B5C4-331C-46A7-AEE6-77F7E91D77F6}" type="presParOf" srcId="{E14A36E8-3A11-4E58-9725-49805970CD3B}" destId="{B1B566AD-912A-49E9-B7F0-3A51C2D54AE1}" srcOrd="3" destOrd="0" presId="urn:microsoft.com/office/officeart/2018/2/layout/IconVerticalSolidList"/>
    <dgm:cxn modelId="{A94D965E-000C-41EF-840A-46AE19EFF3CB}" type="presParOf" srcId="{8BB6772F-52EA-4628-88EF-6BCBCC74D584}" destId="{7B84BF10-4800-49F2-AEE3-5E9D969DFFF5}" srcOrd="1" destOrd="0" presId="urn:microsoft.com/office/officeart/2018/2/layout/IconVerticalSolidList"/>
    <dgm:cxn modelId="{6B5856AA-76EB-4D5E-B798-2CE58DE24DB6}" type="presParOf" srcId="{8BB6772F-52EA-4628-88EF-6BCBCC74D584}" destId="{4FC250B1-EA11-47C8-9733-1118C42B8F42}" srcOrd="2" destOrd="0" presId="urn:microsoft.com/office/officeart/2018/2/layout/IconVerticalSolidList"/>
    <dgm:cxn modelId="{5346730B-8520-4E57-82B4-C34A84EC872A}" type="presParOf" srcId="{4FC250B1-EA11-47C8-9733-1118C42B8F42}" destId="{694D7ED5-E578-472D-96EE-B4E784116209}" srcOrd="0" destOrd="0" presId="urn:microsoft.com/office/officeart/2018/2/layout/IconVerticalSolidList"/>
    <dgm:cxn modelId="{E55A28EB-7BD6-4323-B5A7-6011A0ADAE89}" type="presParOf" srcId="{4FC250B1-EA11-47C8-9733-1118C42B8F42}" destId="{4B4AB4A7-DEF3-4751-9ECC-9269DB4AE043}" srcOrd="1" destOrd="0" presId="urn:microsoft.com/office/officeart/2018/2/layout/IconVerticalSolidList"/>
    <dgm:cxn modelId="{808673FA-40F9-430A-A52B-15F1865EF0C7}" type="presParOf" srcId="{4FC250B1-EA11-47C8-9733-1118C42B8F42}" destId="{8EB5F462-519D-4E30-BA53-513D30F61584}" srcOrd="2" destOrd="0" presId="urn:microsoft.com/office/officeart/2018/2/layout/IconVerticalSolidList"/>
    <dgm:cxn modelId="{9674863F-2D55-4360-9D41-B8EE3CB920BF}" type="presParOf" srcId="{4FC250B1-EA11-47C8-9733-1118C42B8F42}" destId="{C68F0C68-2522-4005-A7C5-4F64597FA774}" srcOrd="3" destOrd="0" presId="urn:microsoft.com/office/officeart/2018/2/layout/IconVerticalSolidList"/>
    <dgm:cxn modelId="{957C476E-726C-4B04-A9D2-06BC01D45E53}" type="presParOf" srcId="{8BB6772F-52EA-4628-88EF-6BCBCC74D584}" destId="{B28C1C71-514B-44F4-ADEA-912AC977ED96}" srcOrd="3" destOrd="0" presId="urn:microsoft.com/office/officeart/2018/2/layout/IconVerticalSolidList"/>
    <dgm:cxn modelId="{612D7764-C3B8-440D-B244-835FEF29819B}" type="presParOf" srcId="{8BB6772F-52EA-4628-88EF-6BCBCC74D584}" destId="{3E10B2EF-7508-4164-8E9D-29898D36F1B2}" srcOrd="4" destOrd="0" presId="urn:microsoft.com/office/officeart/2018/2/layout/IconVerticalSolidList"/>
    <dgm:cxn modelId="{DB43EDB5-B53B-42B8-88D8-AA6C5E1E02A8}" type="presParOf" srcId="{3E10B2EF-7508-4164-8E9D-29898D36F1B2}" destId="{AC912043-5E7A-4C93-8D60-1CA40D1A0093}" srcOrd="0" destOrd="0" presId="urn:microsoft.com/office/officeart/2018/2/layout/IconVerticalSolidList"/>
    <dgm:cxn modelId="{5BA3FAB6-76EC-4874-AAF4-8E39DC3B74BD}" type="presParOf" srcId="{3E10B2EF-7508-4164-8E9D-29898D36F1B2}" destId="{2F624345-DF3E-43FC-BF1E-FF85BE9D3F2F}" srcOrd="1" destOrd="0" presId="urn:microsoft.com/office/officeart/2018/2/layout/IconVerticalSolidList"/>
    <dgm:cxn modelId="{928F5535-273F-4A2F-AB2D-E859199D73B8}" type="presParOf" srcId="{3E10B2EF-7508-4164-8E9D-29898D36F1B2}" destId="{F178A0FD-A2CD-480B-B8A8-67B5E39ABA16}" srcOrd="2" destOrd="0" presId="urn:microsoft.com/office/officeart/2018/2/layout/IconVerticalSolidList"/>
    <dgm:cxn modelId="{57F11FB4-15D8-4F56-8B52-A573DE5C8CF7}" type="presParOf" srcId="{3E10B2EF-7508-4164-8E9D-29898D36F1B2}" destId="{6FA4E0E4-886D-45BE-A6EF-8402EFB54E4C}" srcOrd="3" destOrd="0" presId="urn:microsoft.com/office/officeart/2018/2/layout/IconVerticalSolidList"/>
    <dgm:cxn modelId="{D673F6CA-1DCA-41F8-B619-F94C1B26A6E3}" type="presParOf" srcId="{8BB6772F-52EA-4628-88EF-6BCBCC74D584}" destId="{DA7DC19D-71DA-4E16-A706-1E9FBFA322C6}" srcOrd="5" destOrd="0" presId="urn:microsoft.com/office/officeart/2018/2/layout/IconVerticalSolidList"/>
    <dgm:cxn modelId="{CBF79A92-F035-4EE9-82CD-A8678F65566A}" type="presParOf" srcId="{8BB6772F-52EA-4628-88EF-6BCBCC74D584}" destId="{DD2D7B36-82EB-4AE2-8551-F7715F12C692}" srcOrd="6" destOrd="0" presId="urn:microsoft.com/office/officeart/2018/2/layout/IconVerticalSolidList"/>
    <dgm:cxn modelId="{010892D6-3DF0-4F04-95CC-DF585C4A6239}" type="presParOf" srcId="{DD2D7B36-82EB-4AE2-8551-F7715F12C692}" destId="{1720CAF9-E819-40B1-956C-54969DCAB8A6}" srcOrd="0" destOrd="0" presId="urn:microsoft.com/office/officeart/2018/2/layout/IconVerticalSolidList"/>
    <dgm:cxn modelId="{DE6A311B-CC6C-43D2-A135-1E40E0262C46}" type="presParOf" srcId="{DD2D7B36-82EB-4AE2-8551-F7715F12C692}" destId="{CFE8BD6E-D467-41EE-9F5E-2071D63A11F0}" srcOrd="1" destOrd="0" presId="urn:microsoft.com/office/officeart/2018/2/layout/IconVerticalSolidList"/>
    <dgm:cxn modelId="{3098C731-2D97-4D82-9230-26ADA88EE176}" type="presParOf" srcId="{DD2D7B36-82EB-4AE2-8551-F7715F12C692}" destId="{C189F636-55AF-4216-8384-4CB3BCC82A49}" srcOrd="2" destOrd="0" presId="urn:microsoft.com/office/officeart/2018/2/layout/IconVerticalSolidList"/>
    <dgm:cxn modelId="{373471D9-818E-46BC-BAB6-3CFCB82F6912}" type="presParOf" srcId="{DD2D7B36-82EB-4AE2-8551-F7715F12C692}" destId="{29EC06D3-A774-4933-BFC5-0F263299168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C26DA8-555E-41A2-9022-7F3D0269D1CD}">
      <dsp:nvSpPr>
        <dsp:cNvPr id="0" name=""/>
        <dsp:cNvSpPr/>
      </dsp:nvSpPr>
      <dsp:spPr>
        <a:xfrm>
          <a:off x="0" y="1740"/>
          <a:ext cx="6483913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36EB55-D576-4A45-A154-E0BC35B93E75}">
      <dsp:nvSpPr>
        <dsp:cNvPr id="0" name=""/>
        <dsp:cNvSpPr/>
      </dsp:nvSpPr>
      <dsp:spPr>
        <a:xfrm>
          <a:off x="266775" y="200168"/>
          <a:ext cx="485046" cy="4850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566AD-912A-49E9-B7F0-3A51C2D54AE1}">
      <dsp:nvSpPr>
        <dsp:cNvPr id="0" name=""/>
        <dsp:cNvSpPr/>
      </dsp:nvSpPr>
      <dsp:spPr>
        <a:xfrm>
          <a:off x="1018598" y="1740"/>
          <a:ext cx="5465314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Manual travel planning is time-consuming: Organizing all trip details manually takes considerable time and effort.</a:t>
          </a:r>
        </a:p>
      </dsp:txBody>
      <dsp:txXfrm>
        <a:off x="1018598" y="1740"/>
        <a:ext cx="5465314" cy="881903"/>
      </dsp:txXfrm>
    </dsp:sp>
    <dsp:sp modelId="{694D7ED5-E578-472D-96EE-B4E784116209}">
      <dsp:nvSpPr>
        <dsp:cNvPr id="0" name=""/>
        <dsp:cNvSpPr/>
      </dsp:nvSpPr>
      <dsp:spPr>
        <a:xfrm>
          <a:off x="0" y="1104118"/>
          <a:ext cx="6483913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4AB4A7-DEF3-4751-9ECC-9269DB4AE043}">
      <dsp:nvSpPr>
        <dsp:cNvPr id="0" name=""/>
        <dsp:cNvSpPr/>
      </dsp:nvSpPr>
      <dsp:spPr>
        <a:xfrm>
          <a:off x="266775" y="1302547"/>
          <a:ext cx="485046" cy="4850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8F0C68-2522-4005-A7C5-4F64597FA774}">
      <dsp:nvSpPr>
        <dsp:cNvPr id="0" name=""/>
        <dsp:cNvSpPr/>
      </dsp:nvSpPr>
      <dsp:spPr>
        <a:xfrm>
          <a:off x="1018598" y="1104118"/>
          <a:ext cx="5465314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Budget constraints can be challenging to manage: Managing fluctuating costs can make it hard to stick to a travel budget.</a:t>
          </a:r>
        </a:p>
      </dsp:txBody>
      <dsp:txXfrm>
        <a:off x="1018598" y="1104118"/>
        <a:ext cx="5465314" cy="881903"/>
      </dsp:txXfrm>
    </dsp:sp>
    <dsp:sp modelId="{AC912043-5E7A-4C93-8D60-1CA40D1A0093}">
      <dsp:nvSpPr>
        <dsp:cNvPr id="0" name=""/>
        <dsp:cNvSpPr/>
      </dsp:nvSpPr>
      <dsp:spPr>
        <a:xfrm>
          <a:off x="0" y="2206497"/>
          <a:ext cx="6483913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24345-DF3E-43FC-BF1E-FF85BE9D3F2F}">
      <dsp:nvSpPr>
        <dsp:cNvPr id="0" name=""/>
        <dsp:cNvSpPr/>
      </dsp:nvSpPr>
      <dsp:spPr>
        <a:xfrm>
          <a:off x="266775" y="2404926"/>
          <a:ext cx="485046" cy="4850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A4E0E4-886D-45BE-A6EF-8402EFB54E4C}">
      <dsp:nvSpPr>
        <dsp:cNvPr id="0" name=""/>
        <dsp:cNvSpPr/>
      </dsp:nvSpPr>
      <dsp:spPr>
        <a:xfrm>
          <a:off x="1018598" y="2206497"/>
          <a:ext cx="5465314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Lack of reliable information for new destinations: Finding accurate and up-to-date information on unfamiliar locations is difficult.</a:t>
          </a:r>
        </a:p>
      </dsp:txBody>
      <dsp:txXfrm>
        <a:off x="1018598" y="2206497"/>
        <a:ext cx="5465314" cy="881903"/>
      </dsp:txXfrm>
    </dsp:sp>
    <dsp:sp modelId="{1720CAF9-E819-40B1-956C-54969DCAB8A6}">
      <dsp:nvSpPr>
        <dsp:cNvPr id="0" name=""/>
        <dsp:cNvSpPr/>
      </dsp:nvSpPr>
      <dsp:spPr>
        <a:xfrm>
          <a:off x="0" y="3308876"/>
          <a:ext cx="6483913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E8BD6E-D467-41EE-9F5E-2071D63A11F0}">
      <dsp:nvSpPr>
        <dsp:cNvPr id="0" name=""/>
        <dsp:cNvSpPr/>
      </dsp:nvSpPr>
      <dsp:spPr>
        <a:xfrm>
          <a:off x="266775" y="3507305"/>
          <a:ext cx="485046" cy="4850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EC06D3-A774-4933-BFC5-0F2632991680}">
      <dsp:nvSpPr>
        <dsp:cNvPr id="0" name=""/>
        <dsp:cNvSpPr/>
      </dsp:nvSpPr>
      <dsp:spPr>
        <a:xfrm>
          <a:off x="1018598" y="3308876"/>
          <a:ext cx="5465314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Communication barriers in foreign locations: Language differences can create frustration and complicate interactions with locals.</a:t>
          </a:r>
        </a:p>
      </dsp:txBody>
      <dsp:txXfrm>
        <a:off x="1018598" y="3308876"/>
        <a:ext cx="5465314" cy="8819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16280" y="1572767"/>
            <a:ext cx="3499485" cy="3335020"/>
          </a:xfrm>
          <a:custGeom>
            <a:avLst/>
            <a:gdLst/>
            <a:ahLst/>
            <a:cxnLst/>
            <a:rect l="l" t="t" r="r" b="b"/>
            <a:pathLst>
              <a:path w="3499485" h="3335020">
                <a:moveTo>
                  <a:pt x="2972689" y="0"/>
                </a:moveTo>
                <a:lnTo>
                  <a:pt x="0" y="0"/>
                </a:lnTo>
                <a:lnTo>
                  <a:pt x="0" y="3334512"/>
                </a:lnTo>
                <a:lnTo>
                  <a:pt x="2972689" y="3334512"/>
                </a:lnTo>
                <a:lnTo>
                  <a:pt x="3499104" y="1667256"/>
                </a:lnTo>
                <a:lnTo>
                  <a:pt x="297268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3322" y="2641472"/>
            <a:ext cx="2219960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1523" y="2521966"/>
            <a:ext cx="7779384" cy="3542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" TargetMode="External"/><Relationship Id="rId2" Type="http://schemas.openxmlformats.org/officeDocument/2006/relationships/hyperlink" Target="https://flask.palletsprojects.com/en/stable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eveloper.mozilla.org/en-US/docs/Web/CSS" TargetMode="External"/><Relationship Id="rId5" Type="http://schemas.openxmlformats.org/officeDocument/2006/relationships/hyperlink" Target="https://html.spec.whatwg.org/" TargetMode="External"/><Relationship Id="rId4" Type="http://schemas.openxmlformats.org/officeDocument/2006/relationships/hyperlink" Target="https://developer.mozilla.org/enUS/docs/Web/JavaScript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9833" y="447878"/>
            <a:ext cx="73640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  <a:latin typeface="Microsoft Sans Serif"/>
                <a:cs typeface="Microsoft Sans Serif"/>
              </a:rPr>
              <a:t>CVR</a:t>
            </a:r>
            <a:r>
              <a:rPr spc="2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000000"/>
                </a:solidFill>
                <a:latin typeface="Microsoft Sans Serif"/>
                <a:cs typeface="Microsoft Sans Serif"/>
              </a:rPr>
              <a:t>COLLEGE</a:t>
            </a:r>
            <a:r>
              <a:rPr spc="3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>
                <a:solidFill>
                  <a:srgbClr val="000000"/>
                </a:solidFill>
                <a:latin typeface="Microsoft Sans Serif"/>
                <a:cs typeface="Microsoft Sans Serif"/>
              </a:rPr>
              <a:t>OF</a:t>
            </a:r>
            <a:r>
              <a:rPr spc="3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ENGINEERING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6451" y="4412107"/>
            <a:ext cx="4979035" cy="1320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"/>
              </a:spcBef>
              <a:buFont typeface="Microsoft Sans Serif"/>
              <a:buChar char="◦"/>
              <a:tabLst>
                <a:tab pos="240665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Akhila</a:t>
            </a:r>
            <a:r>
              <a:rPr sz="20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Sabavath</a:t>
            </a:r>
            <a:r>
              <a:rPr sz="20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0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23B81A66D1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665" indent="-227965">
              <a:lnSpc>
                <a:spcPct val="100000"/>
              </a:lnSpc>
              <a:spcBef>
                <a:spcPts val="1490"/>
              </a:spcBef>
              <a:buFont typeface="Microsoft Sans Serif"/>
              <a:buChar char="◦"/>
              <a:tabLst>
                <a:tab pos="240665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Nooli</a:t>
            </a:r>
            <a:r>
              <a:rPr sz="20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Nainika</a:t>
            </a:r>
            <a:r>
              <a:rPr sz="20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23B81A66F3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665" indent="-227965">
              <a:lnSpc>
                <a:spcPct val="100000"/>
              </a:lnSpc>
              <a:spcBef>
                <a:spcPts val="1515"/>
              </a:spcBef>
              <a:buFont typeface="Microsoft Sans Serif"/>
              <a:buChar char="◦"/>
              <a:tabLst>
                <a:tab pos="240665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Padam</a:t>
            </a:r>
            <a:r>
              <a:rPr sz="20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Nandini</a:t>
            </a:r>
            <a:r>
              <a:rPr sz="20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Patel–</a:t>
            </a:r>
            <a:r>
              <a:rPr sz="20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23B81A66F4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832" y="313943"/>
            <a:ext cx="972312" cy="9261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2733" y="1125982"/>
            <a:ext cx="8038465" cy="3159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4659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Department</a:t>
            </a:r>
            <a:r>
              <a:rPr sz="2400" spc="-9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CSE(AI&amp;ML)</a:t>
            </a:r>
            <a:endParaRPr sz="2400">
              <a:latin typeface="Lucida Sans Unicode"/>
              <a:cs typeface="Lucida Sans Unicode"/>
            </a:endParaRPr>
          </a:p>
          <a:p>
            <a:pPr marL="236220" marR="5080" algn="ctr">
              <a:lnSpc>
                <a:spcPct val="100000"/>
              </a:lnSpc>
              <a:spcBef>
                <a:spcPts val="3130"/>
              </a:spcBef>
            </a:pPr>
            <a:r>
              <a:rPr sz="3600" b="1" spc="65" dirty="0">
                <a:solidFill>
                  <a:srgbClr val="000099"/>
                </a:solidFill>
                <a:latin typeface="Trebuchet MS"/>
                <a:cs typeface="Trebuchet MS"/>
              </a:rPr>
              <a:t>Real-</a:t>
            </a:r>
            <a:r>
              <a:rPr sz="3600" b="1" spc="190" dirty="0">
                <a:solidFill>
                  <a:srgbClr val="000099"/>
                </a:solidFill>
                <a:latin typeface="Trebuchet MS"/>
                <a:cs typeface="Trebuchet MS"/>
              </a:rPr>
              <a:t>Time</a:t>
            </a:r>
            <a:r>
              <a:rPr sz="3600" b="1" spc="12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3600" b="1" spc="560" dirty="0">
                <a:solidFill>
                  <a:srgbClr val="000099"/>
                </a:solidFill>
                <a:latin typeface="Trebuchet MS"/>
                <a:cs typeface="Trebuchet MS"/>
              </a:rPr>
              <a:t>/</a:t>
            </a:r>
            <a:r>
              <a:rPr sz="3600" b="1" spc="12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3600" b="1" dirty="0">
                <a:solidFill>
                  <a:srgbClr val="000099"/>
                </a:solidFill>
                <a:latin typeface="Trebuchet MS"/>
                <a:cs typeface="Trebuchet MS"/>
              </a:rPr>
              <a:t>Field-</a:t>
            </a:r>
            <a:r>
              <a:rPr sz="3600" b="1" spc="215" dirty="0">
                <a:solidFill>
                  <a:srgbClr val="000099"/>
                </a:solidFill>
                <a:latin typeface="Trebuchet MS"/>
                <a:cs typeface="Trebuchet MS"/>
              </a:rPr>
              <a:t>Based </a:t>
            </a:r>
            <a:r>
              <a:rPr sz="3600" b="1" spc="160" dirty="0">
                <a:solidFill>
                  <a:srgbClr val="000099"/>
                </a:solidFill>
                <a:latin typeface="Trebuchet MS"/>
                <a:cs typeface="Trebuchet MS"/>
              </a:rPr>
              <a:t>Research </a:t>
            </a:r>
            <a:r>
              <a:rPr sz="3600" b="1" spc="50" dirty="0">
                <a:solidFill>
                  <a:srgbClr val="000099"/>
                </a:solidFill>
                <a:latin typeface="Trebuchet MS"/>
                <a:cs typeface="Trebuchet MS"/>
              </a:rPr>
              <a:t>Project</a:t>
            </a:r>
            <a:r>
              <a:rPr sz="3600" b="1" spc="14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3600" b="1" spc="-260" dirty="0">
                <a:solidFill>
                  <a:srgbClr val="000099"/>
                </a:solidFill>
                <a:latin typeface="Trebuchet MS"/>
                <a:cs typeface="Trebuchet MS"/>
              </a:rPr>
              <a:t>-</a:t>
            </a:r>
            <a:r>
              <a:rPr sz="3600" b="1" spc="114" dirty="0">
                <a:solidFill>
                  <a:srgbClr val="000099"/>
                </a:solidFill>
                <a:latin typeface="Trebuchet MS"/>
                <a:cs typeface="Trebuchet MS"/>
              </a:rPr>
              <a:t>1</a:t>
            </a:r>
            <a:endParaRPr sz="3600">
              <a:latin typeface="Trebuchet MS"/>
              <a:cs typeface="Trebuchet MS"/>
            </a:endParaRPr>
          </a:p>
          <a:p>
            <a:pPr marL="226695" algn="ctr">
              <a:lnSpc>
                <a:spcPct val="100000"/>
              </a:lnSpc>
            </a:pPr>
            <a:r>
              <a:rPr sz="3600" b="1" spc="165" dirty="0">
                <a:solidFill>
                  <a:srgbClr val="000099"/>
                </a:solidFill>
                <a:latin typeface="Trebuchet MS"/>
                <a:cs typeface="Trebuchet MS"/>
              </a:rPr>
              <a:t>Pack</a:t>
            </a:r>
            <a:r>
              <a:rPr sz="3600" b="1" spc="8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3600" b="1" spc="204" dirty="0">
                <a:solidFill>
                  <a:srgbClr val="000099"/>
                </a:solidFill>
                <a:latin typeface="Trebuchet MS"/>
                <a:cs typeface="Trebuchet MS"/>
              </a:rPr>
              <a:t>Your</a:t>
            </a:r>
            <a:r>
              <a:rPr sz="3600" b="1" spc="3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3600" b="1" spc="145" dirty="0">
                <a:solidFill>
                  <a:srgbClr val="000099"/>
                </a:solidFill>
                <a:latin typeface="Trebuchet MS"/>
                <a:cs typeface="Trebuchet MS"/>
              </a:rPr>
              <a:t>Purse</a:t>
            </a:r>
            <a:endParaRPr sz="3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20"/>
              </a:spcBef>
            </a:pPr>
            <a:r>
              <a:rPr sz="2400" b="1" dirty="0">
                <a:latin typeface="Courier New"/>
                <a:cs typeface="Courier New"/>
              </a:rPr>
              <a:t>Team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Members: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71256" y="4252925"/>
            <a:ext cx="2738755" cy="1241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Under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guidance</a:t>
            </a:r>
            <a:r>
              <a:rPr sz="2400" spc="-25" dirty="0">
                <a:latin typeface="Times New Roman"/>
                <a:cs typeface="Times New Roman"/>
              </a:rPr>
              <a:t> of</a:t>
            </a:r>
            <a:endParaRPr sz="2400">
              <a:latin typeface="Times New Roman"/>
              <a:cs typeface="Times New Roman"/>
            </a:endParaRPr>
          </a:p>
          <a:p>
            <a:pPr marL="475615" marR="388620" algn="ctr">
              <a:lnSpc>
                <a:spcPct val="99200"/>
              </a:lnSpc>
              <a:spcBef>
                <a:spcPts val="25"/>
              </a:spcBef>
            </a:pPr>
            <a:r>
              <a:rPr sz="2400" dirty="0">
                <a:latin typeface="Times New Roman"/>
                <a:cs typeface="Times New Roman"/>
              </a:rPr>
              <a:t>Mrs.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Sirisha </a:t>
            </a:r>
            <a:r>
              <a:rPr sz="2400" dirty="0">
                <a:latin typeface="Times New Roman"/>
                <a:cs typeface="Times New Roman"/>
              </a:rPr>
              <a:t>Asst.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Prof</a:t>
            </a:r>
            <a:r>
              <a:rPr sz="3200" spc="-20" dirty="0">
                <a:latin typeface="Microsoft Sans Serif"/>
                <a:cs typeface="Microsoft Sans Serif"/>
              </a:rPr>
              <a:t>.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5844" y="381000"/>
            <a:ext cx="263525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0"/>
              </a:spcBef>
            </a:pPr>
            <a:r>
              <a:rPr lang="en-US" sz="4400" b="1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5844" y="1395806"/>
            <a:ext cx="7814945" cy="50667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265" indent="-456565">
              <a:lnSpc>
                <a:spcPts val="3195"/>
              </a:lnSpc>
              <a:spcBef>
                <a:spcPts val="110"/>
              </a:spcBef>
              <a:buSzPct val="42857"/>
              <a:buChar char="•"/>
              <a:tabLst>
                <a:tab pos="46926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ts val="3025"/>
              </a:lnSpc>
              <a:buSzPct val="42857"/>
              <a:buChar char="•"/>
              <a:tabLst>
                <a:tab pos="46926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ts val="3025"/>
              </a:lnSpc>
              <a:buSzPct val="42857"/>
              <a:buChar char="•"/>
              <a:tabLst>
                <a:tab pos="46926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ts val="3025"/>
              </a:lnSpc>
              <a:buSzPct val="42857"/>
              <a:buChar char="•"/>
              <a:tabLst>
                <a:tab pos="46926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ts val="3025"/>
              </a:lnSpc>
              <a:buSzPct val="42857"/>
              <a:buChar char="•"/>
              <a:tabLst>
                <a:tab pos="469265" algn="l"/>
              </a:tabLst>
            </a:pP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Objectives-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ts val="3025"/>
              </a:lnSpc>
              <a:buSzPct val="42857"/>
              <a:buChar char="•"/>
              <a:tabLst>
                <a:tab pos="46926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ts val="3025"/>
              </a:lnSpc>
              <a:buSzPct val="42857"/>
              <a:buChar char="•"/>
              <a:tabLst>
                <a:tab pos="469265" algn="l"/>
              </a:tabLst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Methodology/Techniques(System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architecture)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ts val="3025"/>
              </a:lnSpc>
              <a:buSzPct val="42857"/>
              <a:buChar char="•"/>
              <a:tabLst>
                <a:tab pos="46926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ts val="3025"/>
              </a:lnSpc>
              <a:buSzPct val="42857"/>
              <a:buChar char="•"/>
              <a:tabLst>
                <a:tab pos="46926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Diagrams</a:t>
            </a:r>
            <a:endParaRPr lang="en-US"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ts val="3025"/>
              </a:lnSpc>
              <a:buSzPct val="42857"/>
              <a:buChar char="•"/>
              <a:tabLst>
                <a:tab pos="469265" algn="l"/>
              </a:tabLst>
            </a:pP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  <a:p>
            <a:pPr marL="469265" indent="-456565">
              <a:lnSpc>
                <a:spcPts val="3025"/>
              </a:lnSpc>
              <a:buSzPct val="42857"/>
              <a:buChar char="•"/>
              <a:tabLst>
                <a:tab pos="469265" algn="l"/>
              </a:tabLst>
            </a:pP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</a:p>
          <a:p>
            <a:pPr marL="469265" indent="-456565">
              <a:lnSpc>
                <a:spcPts val="3025"/>
              </a:lnSpc>
              <a:buSzPct val="42857"/>
              <a:buChar char="•"/>
              <a:tabLst>
                <a:tab pos="469265" algn="l"/>
              </a:tabLst>
            </a:pP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ts val="3195"/>
              </a:lnSpc>
              <a:buSzPct val="42857"/>
              <a:buChar char="•"/>
              <a:tabLst>
                <a:tab pos="46926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EBE3C-7C17-D1CE-0A1B-0437D4B13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439" y="457200"/>
            <a:ext cx="10363200" cy="553998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9C7E3D-6AAB-5DF4-6B69-EBCEE60C380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914400" y="1295400"/>
            <a:ext cx="10591800" cy="5376857"/>
          </a:xfrm>
        </p:spPr>
        <p:txBody>
          <a:bodyPr/>
          <a:lstStyle/>
          <a:p>
            <a:pPr marL="12700" marR="144780" indent="-228600" algn="just" rtl="0">
              <a:lnSpc>
                <a:spcPct val="90000"/>
              </a:lnSpc>
              <a:spcBef>
                <a:spcPts val="34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Pack</a:t>
            </a:r>
            <a:r>
              <a:rPr lang="en-US" sz="2400" kern="1200" spc="-9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spc="-4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Your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Purse</a:t>
            </a:r>
            <a:r>
              <a:rPr lang="en-US" sz="2400" kern="1200" spc="-4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is</a:t>
            </a:r>
            <a:r>
              <a:rPr lang="en-US" sz="2400" kern="1200" spc="-3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</a:t>
            </a:r>
            <a:r>
              <a:rPr lang="en-US" sz="2400" kern="1200" spc="-1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all-in-one</a:t>
            </a:r>
            <a:r>
              <a:rPr lang="en-US" sz="2400" kern="1200" spc="-6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platform</a:t>
            </a:r>
            <a:r>
              <a:rPr lang="en-US" sz="2400" kern="1200" spc="-2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that</a:t>
            </a:r>
            <a:r>
              <a:rPr lang="en-US" sz="2400" kern="1200" spc="-1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simplifies </a:t>
            </a:r>
            <a:r>
              <a:rPr lang="en-US" sz="2400" kern="1200" spc="-1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travel planning.</a:t>
            </a:r>
            <a:endParaRPr lang="en-US" sz="2400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40665" indent="-228600" algn="just" rtl="0">
              <a:lnSpc>
                <a:spcPct val="90000"/>
              </a:lnSpc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</a:t>
            </a:r>
            <a:r>
              <a:rPr lang="en-US" sz="2400" kern="1200" spc="-3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offers</a:t>
            </a:r>
            <a:r>
              <a:rPr lang="en-US" sz="2400" kern="1200" spc="-1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budget</a:t>
            </a:r>
            <a:r>
              <a:rPr lang="en-US" sz="2400" kern="1200" spc="-5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management,</a:t>
            </a:r>
            <a:r>
              <a:rPr lang="en-US" sz="2400" kern="1200" spc="4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itinerary</a:t>
            </a:r>
            <a:r>
              <a:rPr lang="en-US" sz="2400" kern="1200" spc="-5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planning,</a:t>
            </a:r>
            <a:r>
              <a:rPr lang="en-US" sz="2400" kern="1200" spc="-7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and</a:t>
            </a:r>
            <a:r>
              <a:rPr lang="en-US" sz="2400" kern="1200" spc="-4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real-</a:t>
            </a:r>
            <a:r>
              <a:rPr lang="en-US" sz="2400" kern="1200" spc="-2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time</a:t>
            </a:r>
            <a:endParaRPr lang="en-US" sz="2400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2700" indent="-228600" algn="just" rtl="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kern="1200" spc="-1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recommendations.</a:t>
            </a:r>
            <a:endParaRPr lang="en-US" sz="2400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40665" indent="-228600" algn="just" rtl="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Users</a:t>
            </a:r>
            <a:r>
              <a:rPr lang="en-US" sz="2400" kern="1200" spc="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can</a:t>
            </a:r>
            <a:r>
              <a:rPr lang="en-US" sz="2400" kern="1200" spc="-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input</a:t>
            </a:r>
            <a:r>
              <a:rPr lang="en-US" sz="2400" kern="1200" spc="-7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details</a:t>
            </a:r>
            <a:r>
              <a:rPr lang="en-US" sz="2400" kern="1200" spc="-1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like</a:t>
            </a:r>
            <a:r>
              <a:rPr lang="en-US" sz="2400" kern="1200" spc="-2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budget,</a:t>
            </a:r>
            <a:r>
              <a:rPr lang="en-US" sz="2400" kern="1200" spc="-2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number</a:t>
            </a:r>
            <a:r>
              <a:rPr lang="en-US" sz="2400" kern="1200" spc="-1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of</a:t>
            </a:r>
            <a:r>
              <a:rPr lang="en-US" sz="2400" kern="1200" spc="-3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people,</a:t>
            </a:r>
            <a:r>
              <a:rPr lang="en-US" sz="2400" kern="1200" spc="-3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and</a:t>
            </a:r>
            <a:r>
              <a:rPr lang="en-US" sz="2400" kern="1200" spc="-2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trip</a:t>
            </a:r>
            <a:endParaRPr lang="en-US" sz="2400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2700" indent="-228600" algn="just" rtl="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duration</a:t>
            </a:r>
            <a:r>
              <a:rPr lang="en-US" sz="2400" kern="1200" spc="-2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(days/nights).</a:t>
            </a:r>
            <a:endParaRPr lang="en-US" sz="2400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2700" marR="405765" indent="-228600" algn="just" rtl="0">
              <a:lnSpc>
                <a:spcPct val="90000"/>
              </a:lnSpc>
              <a:spcBef>
                <a:spcPts val="63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This application</a:t>
            </a:r>
            <a:r>
              <a:rPr lang="en-US" sz="2400" kern="1200" spc="-4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provides</a:t>
            </a:r>
            <a:r>
              <a:rPr lang="en-US" sz="2400" kern="1200" spc="-6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personalized</a:t>
            </a:r>
            <a:r>
              <a:rPr lang="en-US" sz="2400" kern="1200" spc="-5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recommendations</a:t>
            </a:r>
            <a:r>
              <a:rPr lang="en-US" sz="2400" kern="1200" spc="-2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for </a:t>
            </a:r>
            <a:r>
              <a:rPr lang="en-US" sz="2400" kern="1200" spc="-8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hotels,</a:t>
            </a:r>
            <a:r>
              <a:rPr lang="en-US" sz="2400" kern="1200" spc="-3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meals,</a:t>
            </a:r>
            <a:r>
              <a:rPr lang="en-US" sz="2400" kern="1200" spc="1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	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tourist</a:t>
            </a:r>
            <a:r>
              <a:rPr lang="en-US" sz="2400" kern="1200" spc="-3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attractions,</a:t>
            </a:r>
            <a:r>
              <a:rPr lang="en-US" sz="2400" kern="1200" spc="-3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shopping </a:t>
            </a:r>
            <a:r>
              <a:rPr lang="en-US" sz="2400" kern="1200" spc="-1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lang="en-US" sz="2400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40665" indent="-228600" algn="just" rtl="0">
              <a:lnSpc>
                <a:spcPct val="90000"/>
              </a:lnSpc>
              <a:spcBef>
                <a:spcPts val="37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Each</a:t>
            </a:r>
            <a:r>
              <a:rPr lang="en-US" sz="2400" kern="1200" spc="-2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recommendation comes</a:t>
            </a:r>
            <a:r>
              <a:rPr lang="en-US" sz="2400" kern="1200" spc="-1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with</a:t>
            </a:r>
            <a:r>
              <a:rPr lang="en-US" sz="2400" kern="1200" spc="-2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detailed</a:t>
            </a:r>
            <a:r>
              <a:rPr lang="en-US" sz="2400" kern="1200" spc="-4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pricing</a:t>
            </a:r>
            <a:r>
              <a:rPr lang="en-US" sz="2400" kern="1200" spc="-4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</a:t>
            </a:r>
            <a:r>
              <a:rPr lang="en-US" sz="2400" kern="1200" spc="-4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help</a:t>
            </a:r>
            <a:r>
              <a:rPr lang="en-US" sz="2400" kern="1200" spc="-3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users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stay</a:t>
            </a:r>
            <a:r>
              <a:rPr lang="en-US" sz="2400" kern="1200" spc="-1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within</a:t>
            </a:r>
            <a:r>
              <a:rPr lang="en-US" sz="2400" kern="1200" spc="-2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their</a:t>
            </a:r>
            <a:r>
              <a:rPr lang="en-US" sz="2400" kern="1200" spc="-3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budget.</a:t>
            </a:r>
            <a:endParaRPr lang="en-US" sz="2400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2700" marR="95885" indent="-228600" algn="just" rtl="0">
              <a:lnSpc>
                <a:spcPct val="90000"/>
              </a:lnSpc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Pack</a:t>
            </a:r>
            <a:r>
              <a:rPr lang="en-US" sz="2400" kern="1200" spc="-114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spc="-4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Your</a:t>
            </a:r>
            <a:r>
              <a:rPr lang="en-US" sz="2400" kern="1200" spc="-5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Purse</a:t>
            </a:r>
            <a:r>
              <a:rPr lang="en-US" sz="2400" kern="1200" spc="-6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focuses</a:t>
            </a:r>
            <a:r>
              <a:rPr lang="en-US" sz="2400" kern="1200" spc="-3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on</a:t>
            </a:r>
            <a:r>
              <a:rPr lang="en-US" sz="2400" kern="1200" spc="-5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cost-effective,</a:t>
            </a:r>
            <a:r>
              <a:rPr lang="en-US" sz="2400" kern="1200" spc="3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spc="-2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well-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organized,</a:t>
            </a:r>
            <a:r>
              <a:rPr lang="en-US" sz="2400" kern="1200" spc="-3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spc="-2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and </a:t>
            </a:r>
            <a:r>
              <a:rPr lang="en-US" sz="2400" kern="1200" spc="-1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stress-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free</a:t>
            </a:r>
            <a:r>
              <a:rPr lang="en-US" sz="2400" kern="1200" spc="-1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travel</a:t>
            </a:r>
            <a:r>
              <a:rPr lang="en-US" sz="2400" kern="1200" spc="-25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	</a:t>
            </a:r>
            <a:r>
              <a:rPr lang="en-US" sz="2400" kern="1200" spc="-1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planning.</a:t>
            </a:r>
          </a:p>
          <a:p>
            <a:pPr marL="12700" marR="95885" indent="-228600" algn="just" rtl="0">
              <a:lnSpc>
                <a:spcPct val="90000"/>
              </a:lnSpc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Dynamic Expense Management: Users can record their travel expenses by category 	and amount . The system automatically calculates total spending and </a:t>
            </a:r>
            <a:r>
              <a:rPr lang="en-US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remaining 	budget </a:t>
            </a: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 real 	time.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5232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92296-D2F4-C3E2-9C5B-776948C7B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457200"/>
            <a:ext cx="10363200" cy="68580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2701B-BB12-8A15-0D95-092F24C75F8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34181" y="1524000"/>
            <a:ext cx="9753600" cy="440120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Travel planning can be stressful and time- consuming: </a:t>
            </a:r>
            <a:r>
              <a:rPr lang="en-US" dirty="0"/>
              <a:t>Organizing all trip details can 	overwhelm travelers and require significant time and effort.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Pack Your Purse provides a structured, budget- friendly travel assistant</a:t>
            </a:r>
            <a:r>
              <a:rPr lang="en-US" dirty="0"/>
              <a:t>: It simplifies the planning process and helps travelers stick to their budget.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Personalized recommendations enhance the travel experience:</a:t>
            </a:r>
            <a:r>
              <a:rPr lang="en-US" dirty="0"/>
              <a:t> Tailored suggestions  optimize the travel experience, making it more enjoyable and efficient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Seamless Trip and Expense Management :</a:t>
            </a:r>
            <a:r>
              <a:rPr lang="en-US" dirty="0"/>
              <a:t> Users can easily create trips, add expenses, and monitor their spending in real-time, maintaining full control over their travel finances.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Real-time Destination Insights : </a:t>
            </a:r>
            <a:r>
              <a:rPr lang="en-US" dirty="0"/>
              <a:t>Integrated with the Foursquare API, Pack Your Purse offers updated recommendations for attractions, food, shopping, and transport based on the destination.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563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91000" y="479493"/>
            <a:ext cx="7162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400" b="1" kern="12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US" sz="4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1" y="955437"/>
            <a:ext cx="3429000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graphicFrame>
        <p:nvGraphicFramePr>
          <p:cNvPr id="15" name="object 4">
            <a:extLst>
              <a:ext uri="{FF2B5EF4-FFF2-40B4-BE49-F238E27FC236}">
                <a16:creationId xmlns:a16="http://schemas.microsoft.com/office/drawing/2014/main" id="{6AFBA979-F702-9D08-5F36-79CB5CBA55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7724439"/>
              </p:ext>
            </p:extLst>
          </p:nvPr>
        </p:nvGraphicFramePr>
        <p:xfrm>
          <a:off x="4343401" y="1872625"/>
          <a:ext cx="6483913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636219"/>
            <a:ext cx="5376876" cy="797206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>
              <a:lnSpc>
                <a:spcPts val="5830"/>
              </a:lnSpc>
              <a:spcBef>
                <a:spcPts val="835"/>
              </a:spcBef>
            </a:pPr>
            <a:r>
              <a:rPr sz="4400" spc="-1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lang="en-US" sz="4400" spc="-10" dirty="0">
                <a:solidFill>
                  <a:srgbClr val="000000"/>
                </a:solidFill>
                <a:latin typeface="Times New Roman"/>
                <a:cs typeface="Times New Roman"/>
              </a:rPr>
              <a:t>XISTING SYSTEMS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8744" y="2554590"/>
            <a:ext cx="3520440" cy="92075"/>
            <a:chOff x="618744" y="2554590"/>
            <a:chExt cx="3520440" cy="92075"/>
          </a:xfrm>
        </p:grpSpPr>
        <p:sp>
          <p:nvSpPr>
            <p:cNvPr id="4" name="object 4"/>
            <p:cNvSpPr/>
            <p:nvPr/>
          </p:nvSpPr>
          <p:spPr>
            <a:xfrm>
              <a:off x="640905" y="2579417"/>
              <a:ext cx="3475990" cy="42545"/>
            </a:xfrm>
            <a:custGeom>
              <a:avLst/>
              <a:gdLst/>
              <a:ahLst/>
              <a:cxnLst/>
              <a:rect l="l" t="t" r="r" b="b"/>
              <a:pathLst>
                <a:path w="3475990" h="42544">
                  <a:moveTo>
                    <a:pt x="279523" y="0"/>
                  </a:moveTo>
                  <a:lnTo>
                    <a:pt x="233089" y="80"/>
                  </a:lnTo>
                  <a:lnTo>
                    <a:pt x="187724" y="742"/>
                  </a:lnTo>
                  <a:lnTo>
                    <a:pt x="142616" y="2018"/>
                  </a:lnTo>
                  <a:lnTo>
                    <a:pt x="96951" y="3940"/>
                  </a:lnTo>
                  <a:lnTo>
                    <a:pt x="49916" y="6542"/>
                  </a:lnTo>
                  <a:lnTo>
                    <a:pt x="698" y="9858"/>
                  </a:lnTo>
                  <a:lnTo>
                    <a:pt x="0" y="13668"/>
                  </a:lnTo>
                  <a:lnTo>
                    <a:pt x="888" y="24209"/>
                  </a:lnTo>
                  <a:lnTo>
                    <a:pt x="698" y="28146"/>
                  </a:lnTo>
                  <a:lnTo>
                    <a:pt x="112775" y="30245"/>
                  </a:lnTo>
                  <a:lnTo>
                    <a:pt x="222563" y="31412"/>
                  </a:lnTo>
                  <a:lnTo>
                    <a:pt x="329870" y="31785"/>
                  </a:lnTo>
                  <a:lnTo>
                    <a:pt x="434504" y="31505"/>
                  </a:lnTo>
                  <a:lnTo>
                    <a:pt x="586021" y="30167"/>
                  </a:lnTo>
                  <a:lnTo>
                    <a:pt x="774220" y="27354"/>
                  </a:lnTo>
                  <a:lnTo>
                    <a:pt x="1000025" y="22166"/>
                  </a:lnTo>
                  <a:lnTo>
                    <a:pt x="1097088" y="20730"/>
                  </a:lnTo>
                  <a:lnTo>
                    <a:pt x="1147818" y="20410"/>
                  </a:lnTo>
                  <a:lnTo>
                    <a:pt x="1200265" y="20441"/>
                  </a:lnTo>
                  <a:lnTo>
                    <a:pt x="1254617" y="20889"/>
                  </a:lnTo>
                  <a:lnTo>
                    <a:pt x="1311064" y="21818"/>
                  </a:lnTo>
                  <a:lnTo>
                    <a:pt x="1369793" y="23294"/>
                  </a:lnTo>
                  <a:lnTo>
                    <a:pt x="1430993" y="25382"/>
                  </a:lnTo>
                  <a:lnTo>
                    <a:pt x="1494853" y="28146"/>
                  </a:lnTo>
                  <a:lnTo>
                    <a:pt x="1567804" y="30745"/>
                  </a:lnTo>
                  <a:lnTo>
                    <a:pt x="1636275" y="31576"/>
                  </a:lnTo>
                  <a:lnTo>
                    <a:pt x="1700481" y="31002"/>
                  </a:lnTo>
                  <a:lnTo>
                    <a:pt x="1760634" y="29388"/>
                  </a:lnTo>
                  <a:lnTo>
                    <a:pt x="1816950" y="27098"/>
                  </a:lnTo>
                  <a:lnTo>
                    <a:pt x="1918925" y="21948"/>
                  </a:lnTo>
                  <a:lnTo>
                    <a:pt x="1965012" y="19815"/>
                  </a:lnTo>
                  <a:lnTo>
                    <a:pt x="2008117" y="18463"/>
                  </a:lnTo>
                  <a:lnTo>
                    <a:pt x="2048454" y="18256"/>
                  </a:lnTo>
                  <a:lnTo>
                    <a:pt x="2086237" y="19558"/>
                  </a:lnTo>
                  <a:lnTo>
                    <a:pt x="2121681" y="22733"/>
                  </a:lnTo>
                  <a:lnTo>
                    <a:pt x="2154999" y="28146"/>
                  </a:lnTo>
                  <a:lnTo>
                    <a:pt x="2188382" y="33908"/>
                  </a:lnTo>
                  <a:lnTo>
                    <a:pt x="2223998" y="38016"/>
                  </a:lnTo>
                  <a:lnTo>
                    <a:pt x="2262029" y="40658"/>
                  </a:lnTo>
                  <a:lnTo>
                    <a:pt x="2302659" y="42024"/>
                  </a:lnTo>
                  <a:lnTo>
                    <a:pt x="2346069" y="42304"/>
                  </a:lnTo>
                  <a:lnTo>
                    <a:pt x="2392440" y="41686"/>
                  </a:lnTo>
                  <a:lnTo>
                    <a:pt x="2441956" y="40360"/>
                  </a:lnTo>
                  <a:lnTo>
                    <a:pt x="2675101" y="31767"/>
                  </a:lnTo>
                  <a:lnTo>
                    <a:pt x="2743068" y="29742"/>
                  </a:lnTo>
                  <a:lnTo>
                    <a:pt x="2815272" y="28146"/>
                  </a:lnTo>
                  <a:lnTo>
                    <a:pt x="2887289" y="27080"/>
                  </a:lnTo>
                  <a:lnTo>
                    <a:pt x="2954806" y="26471"/>
                  </a:lnTo>
                  <a:lnTo>
                    <a:pt x="3018085" y="26242"/>
                  </a:lnTo>
                  <a:lnTo>
                    <a:pt x="3132978" y="26620"/>
                  </a:lnTo>
                  <a:lnTo>
                    <a:pt x="3323435" y="28595"/>
                  </a:lnTo>
                  <a:lnTo>
                    <a:pt x="3403188" y="28978"/>
                  </a:lnTo>
                  <a:lnTo>
                    <a:pt x="3440113" y="28751"/>
                  </a:lnTo>
                  <a:lnTo>
                    <a:pt x="3475418" y="28146"/>
                  </a:lnTo>
                  <a:lnTo>
                    <a:pt x="3475418" y="9858"/>
                  </a:lnTo>
                  <a:lnTo>
                    <a:pt x="3404514" y="8128"/>
                  </a:lnTo>
                  <a:lnTo>
                    <a:pt x="3336145" y="6919"/>
                  </a:lnTo>
                  <a:lnTo>
                    <a:pt x="3270293" y="6171"/>
                  </a:lnTo>
                  <a:lnTo>
                    <a:pt x="3206940" y="5826"/>
                  </a:lnTo>
                  <a:lnTo>
                    <a:pt x="3146066" y="5824"/>
                  </a:lnTo>
                  <a:lnTo>
                    <a:pt x="3087654" y="6104"/>
                  </a:lnTo>
                  <a:lnTo>
                    <a:pt x="2978140" y="7276"/>
                  </a:lnTo>
                  <a:lnTo>
                    <a:pt x="2746128" y="10987"/>
                  </a:lnTo>
                  <a:lnTo>
                    <a:pt x="2669644" y="11534"/>
                  </a:lnTo>
                  <a:lnTo>
                    <a:pt x="2634825" y="11367"/>
                  </a:lnTo>
                  <a:lnTo>
                    <a:pt x="2602263" y="10829"/>
                  </a:lnTo>
                  <a:lnTo>
                    <a:pt x="2526290" y="8606"/>
                  </a:lnTo>
                  <a:lnTo>
                    <a:pt x="2477421" y="8323"/>
                  </a:lnTo>
                  <a:lnTo>
                    <a:pt x="2426104" y="8786"/>
                  </a:lnTo>
                  <a:lnTo>
                    <a:pt x="2373110" y="9773"/>
                  </a:lnTo>
                  <a:lnTo>
                    <a:pt x="2211769" y="13655"/>
                  </a:lnTo>
                  <a:lnTo>
                    <a:pt x="2159773" y="14515"/>
                  </a:lnTo>
                  <a:lnTo>
                    <a:pt x="2109954" y="14787"/>
                  </a:lnTo>
                  <a:lnTo>
                    <a:pt x="2063082" y="14250"/>
                  </a:lnTo>
                  <a:lnTo>
                    <a:pt x="2019928" y="12681"/>
                  </a:lnTo>
                  <a:lnTo>
                    <a:pt x="1981263" y="9858"/>
                  </a:lnTo>
                  <a:lnTo>
                    <a:pt x="1944881" y="6800"/>
                  </a:lnTo>
                  <a:lnTo>
                    <a:pt x="1907691" y="4610"/>
                  </a:lnTo>
                  <a:lnTo>
                    <a:pt x="1869235" y="3196"/>
                  </a:lnTo>
                  <a:lnTo>
                    <a:pt x="1829056" y="2464"/>
                  </a:lnTo>
                  <a:lnTo>
                    <a:pt x="1786695" y="2318"/>
                  </a:lnTo>
                  <a:lnTo>
                    <a:pt x="1741693" y="2667"/>
                  </a:lnTo>
                  <a:lnTo>
                    <a:pt x="1693594" y="3414"/>
                  </a:lnTo>
                  <a:lnTo>
                    <a:pt x="1461049" y="8522"/>
                  </a:lnTo>
                  <a:lnTo>
                    <a:pt x="1127126" y="14684"/>
                  </a:lnTo>
                  <a:lnTo>
                    <a:pt x="1031767" y="15908"/>
                  </a:lnTo>
                  <a:lnTo>
                    <a:pt x="937248" y="16314"/>
                  </a:lnTo>
                  <a:lnTo>
                    <a:pt x="889286" y="16123"/>
                  </a:lnTo>
                  <a:lnTo>
                    <a:pt x="840312" y="15625"/>
                  </a:lnTo>
                  <a:lnTo>
                    <a:pt x="789918" y="14783"/>
                  </a:lnTo>
                  <a:lnTo>
                    <a:pt x="737698" y="13565"/>
                  </a:lnTo>
                  <a:lnTo>
                    <a:pt x="683243" y="11935"/>
                  </a:lnTo>
                  <a:lnTo>
                    <a:pt x="556213" y="7149"/>
                  </a:lnTo>
                  <a:lnTo>
                    <a:pt x="433381" y="2911"/>
                  </a:lnTo>
                  <a:lnTo>
                    <a:pt x="378856" y="1448"/>
                  </a:lnTo>
                  <a:lnTo>
                    <a:pt x="327841" y="466"/>
                  </a:lnTo>
                  <a:lnTo>
                    <a:pt x="279523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1604" y="2577450"/>
              <a:ext cx="3474720" cy="46355"/>
            </a:xfrm>
            <a:custGeom>
              <a:avLst/>
              <a:gdLst/>
              <a:ahLst/>
              <a:cxnLst/>
              <a:rect l="l" t="t" r="r" b="b"/>
              <a:pathLst>
                <a:path w="3474720" h="46355">
                  <a:moveTo>
                    <a:pt x="0" y="11825"/>
                  </a:moveTo>
                  <a:lnTo>
                    <a:pt x="48767" y="9503"/>
                  </a:lnTo>
                  <a:lnTo>
                    <a:pt x="98699" y="8619"/>
                  </a:lnTo>
                  <a:lnTo>
                    <a:pt x="149538" y="8901"/>
                  </a:lnTo>
                  <a:lnTo>
                    <a:pt x="201028" y="10081"/>
                  </a:lnTo>
                  <a:lnTo>
                    <a:pt x="252909" y="11887"/>
                  </a:lnTo>
                  <a:lnTo>
                    <a:pt x="304924" y="14051"/>
                  </a:lnTo>
                  <a:lnTo>
                    <a:pt x="356816" y="16301"/>
                  </a:lnTo>
                  <a:lnTo>
                    <a:pt x="408326" y="18369"/>
                  </a:lnTo>
                  <a:lnTo>
                    <a:pt x="459197" y="19985"/>
                  </a:lnTo>
                  <a:lnTo>
                    <a:pt x="509171" y="20878"/>
                  </a:lnTo>
                  <a:lnTo>
                    <a:pt x="557991" y="20778"/>
                  </a:lnTo>
                  <a:lnTo>
                    <a:pt x="605398" y="19416"/>
                  </a:lnTo>
                  <a:lnTo>
                    <a:pt x="651135" y="16521"/>
                  </a:lnTo>
                  <a:lnTo>
                    <a:pt x="694943" y="11825"/>
                  </a:lnTo>
                  <a:lnTo>
                    <a:pt x="741605" y="7011"/>
                  </a:lnTo>
                  <a:lnTo>
                    <a:pt x="789420" y="4541"/>
                  </a:lnTo>
                  <a:lnTo>
                    <a:pt x="838260" y="3995"/>
                  </a:lnTo>
                  <a:lnTo>
                    <a:pt x="887999" y="4951"/>
                  </a:lnTo>
                  <a:lnTo>
                    <a:pt x="938510" y="6990"/>
                  </a:lnTo>
                  <a:lnTo>
                    <a:pt x="989665" y="9691"/>
                  </a:lnTo>
                  <a:lnTo>
                    <a:pt x="1041336" y="12633"/>
                  </a:lnTo>
                  <a:lnTo>
                    <a:pt x="1093397" y="15397"/>
                  </a:lnTo>
                  <a:lnTo>
                    <a:pt x="1145720" y="17562"/>
                  </a:lnTo>
                  <a:lnTo>
                    <a:pt x="1198179" y="18708"/>
                  </a:lnTo>
                  <a:lnTo>
                    <a:pt x="1250644" y="18413"/>
                  </a:lnTo>
                  <a:lnTo>
                    <a:pt x="1302990" y="16259"/>
                  </a:lnTo>
                  <a:lnTo>
                    <a:pt x="1355089" y="11825"/>
                  </a:lnTo>
                  <a:lnTo>
                    <a:pt x="1407284" y="7392"/>
                  </a:lnTo>
                  <a:lnTo>
                    <a:pt x="1459837" y="5243"/>
                  </a:lnTo>
                  <a:lnTo>
                    <a:pt x="1512585" y="4957"/>
                  </a:lnTo>
                  <a:lnTo>
                    <a:pt x="1565368" y="6112"/>
                  </a:lnTo>
                  <a:lnTo>
                    <a:pt x="1618024" y="8287"/>
                  </a:lnTo>
                  <a:lnTo>
                    <a:pt x="1670392" y="11060"/>
                  </a:lnTo>
                  <a:lnTo>
                    <a:pt x="1722311" y="14010"/>
                  </a:lnTo>
                  <a:lnTo>
                    <a:pt x="1773620" y="16715"/>
                  </a:lnTo>
                  <a:lnTo>
                    <a:pt x="1824157" y="18754"/>
                  </a:lnTo>
                  <a:lnTo>
                    <a:pt x="1873761" y="19706"/>
                  </a:lnTo>
                  <a:lnTo>
                    <a:pt x="1922271" y="19150"/>
                  </a:lnTo>
                  <a:lnTo>
                    <a:pt x="1969525" y="16663"/>
                  </a:lnTo>
                  <a:lnTo>
                    <a:pt x="2015363" y="11825"/>
                  </a:lnTo>
                  <a:lnTo>
                    <a:pt x="2054409" y="7180"/>
                  </a:lnTo>
                  <a:lnTo>
                    <a:pt x="2093696" y="3818"/>
                  </a:lnTo>
                  <a:lnTo>
                    <a:pt x="2133559" y="1596"/>
                  </a:lnTo>
                  <a:lnTo>
                    <a:pt x="2174336" y="370"/>
                  </a:lnTo>
                  <a:lnTo>
                    <a:pt x="2216366" y="0"/>
                  </a:lnTo>
                  <a:lnTo>
                    <a:pt x="2259985" y="340"/>
                  </a:lnTo>
                  <a:lnTo>
                    <a:pt x="2305531" y="1248"/>
                  </a:lnTo>
                  <a:lnTo>
                    <a:pt x="2353341" y="2582"/>
                  </a:lnTo>
                  <a:lnTo>
                    <a:pt x="2403754" y="4199"/>
                  </a:lnTo>
                  <a:lnTo>
                    <a:pt x="2457106" y="5954"/>
                  </a:lnTo>
                  <a:lnTo>
                    <a:pt x="2513736" y="7707"/>
                  </a:lnTo>
                  <a:lnTo>
                    <a:pt x="2573980" y="9313"/>
                  </a:lnTo>
                  <a:lnTo>
                    <a:pt x="2638176" y="10630"/>
                  </a:lnTo>
                  <a:lnTo>
                    <a:pt x="2706662" y="11515"/>
                  </a:lnTo>
                  <a:lnTo>
                    <a:pt x="2779775" y="11825"/>
                  </a:lnTo>
                  <a:lnTo>
                    <a:pt x="2857022" y="11579"/>
                  </a:lnTo>
                  <a:lnTo>
                    <a:pt x="2927339" y="10965"/>
                  </a:lnTo>
                  <a:lnTo>
                    <a:pt x="2991397" y="10083"/>
                  </a:lnTo>
                  <a:lnTo>
                    <a:pt x="3049866" y="9037"/>
                  </a:lnTo>
                  <a:lnTo>
                    <a:pt x="3103417" y="7926"/>
                  </a:lnTo>
                  <a:lnTo>
                    <a:pt x="3152720" y="6853"/>
                  </a:lnTo>
                  <a:lnTo>
                    <a:pt x="3198447" y="5919"/>
                  </a:lnTo>
                  <a:lnTo>
                    <a:pt x="3241268" y="5227"/>
                  </a:lnTo>
                  <a:lnTo>
                    <a:pt x="3281853" y="4877"/>
                  </a:lnTo>
                  <a:lnTo>
                    <a:pt x="3320873" y="4971"/>
                  </a:lnTo>
                  <a:lnTo>
                    <a:pt x="3358999" y="5611"/>
                  </a:lnTo>
                  <a:lnTo>
                    <a:pt x="3396902" y="6899"/>
                  </a:lnTo>
                  <a:lnTo>
                    <a:pt x="3435252" y="8937"/>
                  </a:lnTo>
                  <a:lnTo>
                    <a:pt x="3474720" y="11825"/>
                  </a:lnTo>
                  <a:lnTo>
                    <a:pt x="3474339" y="19318"/>
                  </a:lnTo>
                  <a:lnTo>
                    <a:pt x="3474212" y="21604"/>
                  </a:lnTo>
                  <a:lnTo>
                    <a:pt x="3474720" y="30113"/>
                  </a:lnTo>
                  <a:lnTo>
                    <a:pt x="3422449" y="31914"/>
                  </a:lnTo>
                  <a:lnTo>
                    <a:pt x="3369084" y="32519"/>
                  </a:lnTo>
                  <a:lnTo>
                    <a:pt x="3314999" y="32156"/>
                  </a:lnTo>
                  <a:lnTo>
                    <a:pt x="3260569" y="31057"/>
                  </a:lnTo>
                  <a:lnTo>
                    <a:pt x="3206169" y="29450"/>
                  </a:lnTo>
                  <a:lnTo>
                    <a:pt x="3152174" y="27567"/>
                  </a:lnTo>
                  <a:lnTo>
                    <a:pt x="3098958" y="25636"/>
                  </a:lnTo>
                  <a:lnTo>
                    <a:pt x="3046898" y="23888"/>
                  </a:lnTo>
                  <a:lnTo>
                    <a:pt x="2996367" y="22552"/>
                  </a:lnTo>
                  <a:lnTo>
                    <a:pt x="2947740" y="21859"/>
                  </a:lnTo>
                  <a:lnTo>
                    <a:pt x="2901393" y="22039"/>
                  </a:lnTo>
                  <a:lnTo>
                    <a:pt x="2857699" y="23321"/>
                  </a:lnTo>
                  <a:lnTo>
                    <a:pt x="2817035" y="25936"/>
                  </a:lnTo>
                  <a:lnTo>
                    <a:pt x="2779775" y="30113"/>
                  </a:lnTo>
                  <a:lnTo>
                    <a:pt x="2736294" y="35133"/>
                  </a:lnTo>
                  <a:lnTo>
                    <a:pt x="2689067" y="38579"/>
                  </a:lnTo>
                  <a:lnTo>
                    <a:pt x="2638905" y="40650"/>
                  </a:lnTo>
                  <a:lnTo>
                    <a:pt x="2586618" y="41543"/>
                  </a:lnTo>
                  <a:lnTo>
                    <a:pt x="2533017" y="41457"/>
                  </a:lnTo>
                  <a:lnTo>
                    <a:pt x="2478913" y="40590"/>
                  </a:lnTo>
                  <a:lnTo>
                    <a:pt x="2425115" y="39142"/>
                  </a:lnTo>
                  <a:lnTo>
                    <a:pt x="2372435" y="37309"/>
                  </a:lnTo>
                  <a:lnTo>
                    <a:pt x="2321683" y="35292"/>
                  </a:lnTo>
                  <a:lnTo>
                    <a:pt x="2273669" y="33288"/>
                  </a:lnTo>
                  <a:lnTo>
                    <a:pt x="2229204" y="31495"/>
                  </a:lnTo>
                  <a:lnTo>
                    <a:pt x="2189098" y="30113"/>
                  </a:lnTo>
                  <a:lnTo>
                    <a:pt x="2153067" y="28858"/>
                  </a:lnTo>
                  <a:lnTo>
                    <a:pt x="2114553" y="27247"/>
                  </a:lnTo>
                  <a:lnTo>
                    <a:pt x="2073562" y="25436"/>
                  </a:lnTo>
                  <a:lnTo>
                    <a:pt x="2030101" y="23576"/>
                  </a:lnTo>
                  <a:lnTo>
                    <a:pt x="1984176" y="21823"/>
                  </a:lnTo>
                  <a:lnTo>
                    <a:pt x="1935794" y="20331"/>
                  </a:lnTo>
                  <a:lnTo>
                    <a:pt x="1884960" y="19253"/>
                  </a:lnTo>
                  <a:lnTo>
                    <a:pt x="1831681" y="18743"/>
                  </a:lnTo>
                  <a:lnTo>
                    <a:pt x="1775963" y="18956"/>
                  </a:lnTo>
                  <a:lnTo>
                    <a:pt x="1717812" y="20046"/>
                  </a:lnTo>
                  <a:lnTo>
                    <a:pt x="1657234" y="22166"/>
                  </a:lnTo>
                  <a:lnTo>
                    <a:pt x="1594237" y="25470"/>
                  </a:lnTo>
                  <a:lnTo>
                    <a:pt x="1528826" y="30113"/>
                  </a:lnTo>
                  <a:lnTo>
                    <a:pt x="1463818" y="34993"/>
                  </a:lnTo>
                  <a:lnTo>
                    <a:pt x="1401848" y="38930"/>
                  </a:lnTo>
                  <a:lnTo>
                    <a:pt x="1342733" y="41959"/>
                  </a:lnTo>
                  <a:lnTo>
                    <a:pt x="1286293" y="44116"/>
                  </a:lnTo>
                  <a:lnTo>
                    <a:pt x="1232346" y="45436"/>
                  </a:lnTo>
                  <a:lnTo>
                    <a:pt x="1180708" y="45954"/>
                  </a:lnTo>
                  <a:lnTo>
                    <a:pt x="1131200" y="45707"/>
                  </a:lnTo>
                  <a:lnTo>
                    <a:pt x="1083639" y="44728"/>
                  </a:lnTo>
                  <a:lnTo>
                    <a:pt x="1037843" y="43054"/>
                  </a:lnTo>
                  <a:lnTo>
                    <a:pt x="993631" y="40721"/>
                  </a:lnTo>
                  <a:lnTo>
                    <a:pt x="950821" y="37762"/>
                  </a:lnTo>
                  <a:lnTo>
                    <a:pt x="909231" y="34214"/>
                  </a:lnTo>
                  <a:lnTo>
                    <a:pt x="868680" y="30113"/>
                  </a:lnTo>
                  <a:lnTo>
                    <a:pt x="835136" y="27415"/>
                  </a:lnTo>
                  <a:lnTo>
                    <a:pt x="796245" y="25890"/>
                  </a:lnTo>
                  <a:lnTo>
                    <a:pt x="752636" y="25370"/>
                  </a:lnTo>
                  <a:lnTo>
                    <a:pt x="704941" y="25689"/>
                  </a:lnTo>
                  <a:lnTo>
                    <a:pt x="653789" y="26679"/>
                  </a:lnTo>
                  <a:lnTo>
                    <a:pt x="599813" y="28173"/>
                  </a:lnTo>
                  <a:lnTo>
                    <a:pt x="543643" y="30004"/>
                  </a:lnTo>
                  <a:lnTo>
                    <a:pt x="485908" y="32005"/>
                  </a:lnTo>
                  <a:lnTo>
                    <a:pt x="427241" y="34010"/>
                  </a:lnTo>
                  <a:lnTo>
                    <a:pt x="368271" y="35850"/>
                  </a:lnTo>
                  <a:lnTo>
                    <a:pt x="309630" y="37360"/>
                  </a:lnTo>
                  <a:lnTo>
                    <a:pt x="251948" y="38372"/>
                  </a:lnTo>
                  <a:lnTo>
                    <a:pt x="195856" y="38718"/>
                  </a:lnTo>
                  <a:lnTo>
                    <a:pt x="141984" y="38232"/>
                  </a:lnTo>
                  <a:lnTo>
                    <a:pt x="90964" y="36748"/>
                  </a:lnTo>
                  <a:lnTo>
                    <a:pt x="43425" y="34097"/>
                  </a:lnTo>
                  <a:lnTo>
                    <a:pt x="0" y="30113"/>
                  </a:lnTo>
                  <a:lnTo>
                    <a:pt x="63" y="23509"/>
                  </a:lnTo>
                  <a:lnTo>
                    <a:pt x="63" y="15635"/>
                  </a:lnTo>
                  <a:lnTo>
                    <a:pt x="0" y="11825"/>
                  </a:lnTo>
                  <a:close/>
                </a:path>
              </a:pathLst>
            </a:custGeom>
            <a:ln w="45719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9124" y="2867355"/>
            <a:ext cx="5732780" cy="2724464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indent="227965" algn="just">
              <a:lnSpc>
                <a:spcPts val="2160"/>
              </a:lnSpc>
              <a:spcBef>
                <a:spcPts val="36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sz="2000" spc="-10" dirty="0">
                <a:latin typeface="Times New Roman"/>
                <a:cs typeface="Times New Roman"/>
              </a:rPr>
              <a:t>Traditional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travel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agencies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offer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limited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flexibility: </a:t>
            </a:r>
            <a:r>
              <a:rPr sz="2000" dirty="0">
                <a:latin typeface="Times New Roman"/>
                <a:cs typeface="Times New Roman"/>
              </a:rPr>
              <a:t>Travel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agencies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pre-packaged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options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little </a:t>
            </a:r>
            <a:r>
              <a:rPr sz="2000" dirty="0">
                <a:latin typeface="Times New Roman"/>
                <a:cs typeface="Times New Roman"/>
              </a:rPr>
              <a:t>room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customization.</a:t>
            </a:r>
            <a:endParaRPr sz="2000" dirty="0">
              <a:latin typeface="Times New Roman"/>
              <a:cs typeface="Times New Roman"/>
            </a:endParaRPr>
          </a:p>
          <a:p>
            <a:pPr marL="12700" marR="240665" indent="227965" algn="just">
              <a:lnSpc>
                <a:spcPts val="2160"/>
              </a:lnSpc>
              <a:spcBef>
                <a:spcPts val="60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Generic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travel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real-time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budget </a:t>
            </a:r>
            <a:r>
              <a:rPr sz="2000" dirty="0">
                <a:latin typeface="Times New Roman"/>
                <a:cs typeface="Times New Roman"/>
              </a:rPr>
              <a:t>management: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Many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travel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apps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lack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dynamic</a:t>
            </a:r>
            <a:r>
              <a:rPr sz="2000" spc="-10" dirty="0">
                <a:latin typeface="Times New Roman"/>
                <a:cs typeface="Times New Roman"/>
              </a:rPr>
              <a:t> budget </a:t>
            </a:r>
            <a:r>
              <a:rPr sz="2000" dirty="0">
                <a:latin typeface="Times New Roman"/>
                <a:cs typeface="Times New Roman"/>
              </a:rPr>
              <a:t>tracking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real-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expense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updates.</a:t>
            </a:r>
            <a:endParaRPr sz="2000" dirty="0">
              <a:latin typeface="Times New Roman"/>
              <a:cs typeface="Times New Roman"/>
            </a:endParaRPr>
          </a:p>
          <a:p>
            <a:pPr marL="12700" marR="40005" indent="227965" algn="just">
              <a:lnSpc>
                <a:spcPct val="90100"/>
              </a:lnSpc>
              <a:spcBef>
                <a:spcPts val="56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must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different </a:t>
            </a:r>
            <a:r>
              <a:rPr sz="2000" dirty="0">
                <a:latin typeface="Times New Roman"/>
                <a:cs typeface="Times New Roman"/>
              </a:rPr>
              <a:t>aspects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travel: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Travelers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consult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several </a:t>
            </a:r>
            <a:r>
              <a:rPr sz="2000" dirty="0">
                <a:latin typeface="Times New Roman"/>
                <a:cs typeface="Times New Roman"/>
              </a:rPr>
              <a:t>platforms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booking,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activities,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recommendations.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8867" y="0"/>
            <a:ext cx="566313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9A5B2-8F53-E63E-CD16-EEFBF3569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533400"/>
            <a:ext cx="10363200" cy="553998"/>
          </a:xfrm>
        </p:spPr>
        <p:txBody>
          <a:bodyPr/>
          <a:lstStyle/>
          <a:p>
            <a:r>
              <a:rPr lang="en-IN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&amp;FEATURES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0AE467-8D0A-347E-57FD-2E1B1E8C7DA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914400" y="1524000"/>
            <a:ext cx="9448800" cy="4739759"/>
          </a:xfrm>
        </p:spPr>
        <p:txBody>
          <a:bodyPr/>
          <a:lstStyle/>
          <a:p>
            <a:r>
              <a:rPr lang="en-IN" b="1" dirty="0"/>
              <a:t>Objectives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Provide a Smart Travel Planning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Ensure Budget-Friendly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Offer Real-Time Updates and Assistance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Simplify the Travel Planning Process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Enhance the Overall Travel Experience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Features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Budget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Itinerary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Travel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Real-Time Expense Tracking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6169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410199" cy="68578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3623" y="0"/>
              <a:ext cx="6818376" cy="25058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10200" y="0"/>
              <a:ext cx="6781800" cy="2286000"/>
            </a:xfrm>
            <a:custGeom>
              <a:avLst/>
              <a:gdLst/>
              <a:ahLst/>
              <a:cxnLst/>
              <a:rect l="l" t="t" r="r" b="b"/>
              <a:pathLst>
                <a:path w="6781800" h="2286000">
                  <a:moveTo>
                    <a:pt x="6781800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6781800" y="2286000"/>
                  </a:lnTo>
                  <a:lnTo>
                    <a:pt x="6781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95440" y="819353"/>
            <a:ext cx="4982210" cy="124521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HARDWARE REQUIREMENTS</a:t>
            </a:r>
            <a:endParaRPr lang="en-US" sz="4000" b="1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5440" y="3628389"/>
            <a:ext cx="4886960" cy="168338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1300" marR="5080" indent="-229235">
              <a:lnSpc>
                <a:spcPts val="2160"/>
              </a:lnSpc>
              <a:spcBef>
                <a:spcPts val="36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Specifications: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Minimum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8GB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RAM, </a:t>
            </a:r>
            <a:r>
              <a:rPr sz="2000" dirty="0">
                <a:latin typeface="Times New Roman"/>
                <a:cs typeface="Times New Roman"/>
              </a:rPr>
              <a:t>256GB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Disk</a:t>
            </a:r>
            <a:endParaRPr sz="2000" dirty="0">
              <a:latin typeface="Times New Roman"/>
              <a:cs typeface="Times New Roman"/>
            </a:endParaRPr>
          </a:p>
          <a:p>
            <a:pPr marL="241300" marR="562610" indent="-229235">
              <a:lnSpc>
                <a:spcPts val="2160"/>
              </a:lnSpc>
              <a:spcBef>
                <a:spcPts val="101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Windows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later, </a:t>
            </a:r>
            <a:r>
              <a:rPr sz="2000" dirty="0">
                <a:latin typeface="Times New Roman"/>
                <a:cs typeface="Times New Roman"/>
              </a:rPr>
              <a:t>macOS,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Linux</a:t>
            </a:r>
            <a:endParaRPr sz="2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3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Processor: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equivalent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542354"/>
            <a:ext cx="95250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38200" y="1828800"/>
            <a:ext cx="10515600" cy="914400"/>
            <a:chOff x="838200" y="1828800"/>
            <a:chExt cx="10515600" cy="914400"/>
          </a:xfrm>
        </p:grpSpPr>
        <p:sp>
          <p:nvSpPr>
            <p:cNvPr id="4" name="object 4"/>
            <p:cNvSpPr/>
            <p:nvPr/>
          </p:nvSpPr>
          <p:spPr>
            <a:xfrm>
              <a:off x="838200" y="1828800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10424160" y="0"/>
                  </a:moveTo>
                  <a:lnTo>
                    <a:pt x="91440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84" y="858571"/>
                  </a:lnTo>
                  <a:lnTo>
                    <a:pt x="26779" y="887634"/>
                  </a:lnTo>
                  <a:lnTo>
                    <a:pt x="55844" y="907220"/>
                  </a:lnTo>
                  <a:lnTo>
                    <a:pt x="91440" y="914400"/>
                  </a:lnTo>
                  <a:lnTo>
                    <a:pt x="10424160" y="914400"/>
                  </a:lnTo>
                  <a:lnTo>
                    <a:pt x="10459771" y="907220"/>
                  </a:lnTo>
                  <a:lnTo>
                    <a:pt x="10488834" y="887634"/>
                  </a:lnTo>
                  <a:lnTo>
                    <a:pt x="10508420" y="858571"/>
                  </a:lnTo>
                  <a:lnTo>
                    <a:pt x="10515600" y="822960"/>
                  </a:lnTo>
                  <a:lnTo>
                    <a:pt x="10515600" y="91439"/>
                  </a:lnTo>
                  <a:lnTo>
                    <a:pt x="10508420" y="55828"/>
                  </a:lnTo>
                  <a:lnTo>
                    <a:pt x="10488834" y="26765"/>
                  </a:lnTo>
                  <a:lnTo>
                    <a:pt x="10459771" y="7179"/>
                  </a:lnTo>
                  <a:lnTo>
                    <a:pt x="10424160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568" y="2033015"/>
              <a:ext cx="502919" cy="5029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5568" y="2033015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0" y="502920"/>
                  </a:moveTo>
                  <a:lnTo>
                    <a:pt x="502919" y="502920"/>
                  </a:lnTo>
                  <a:lnTo>
                    <a:pt x="502919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38200" y="2971800"/>
            <a:ext cx="10515600" cy="914400"/>
            <a:chOff x="838200" y="2971800"/>
            <a:chExt cx="10515600" cy="914400"/>
          </a:xfrm>
        </p:grpSpPr>
        <p:sp>
          <p:nvSpPr>
            <p:cNvPr id="8" name="object 8"/>
            <p:cNvSpPr/>
            <p:nvPr/>
          </p:nvSpPr>
          <p:spPr>
            <a:xfrm>
              <a:off x="838200" y="2971800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10424160" y="0"/>
                  </a:moveTo>
                  <a:lnTo>
                    <a:pt x="91440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84" y="858571"/>
                  </a:lnTo>
                  <a:lnTo>
                    <a:pt x="26779" y="887634"/>
                  </a:lnTo>
                  <a:lnTo>
                    <a:pt x="55844" y="907220"/>
                  </a:lnTo>
                  <a:lnTo>
                    <a:pt x="91440" y="914400"/>
                  </a:lnTo>
                  <a:lnTo>
                    <a:pt x="10424160" y="914400"/>
                  </a:lnTo>
                  <a:lnTo>
                    <a:pt x="10459771" y="907220"/>
                  </a:lnTo>
                  <a:lnTo>
                    <a:pt x="10488834" y="887634"/>
                  </a:lnTo>
                  <a:lnTo>
                    <a:pt x="10508420" y="858571"/>
                  </a:lnTo>
                  <a:lnTo>
                    <a:pt x="10515600" y="822960"/>
                  </a:lnTo>
                  <a:lnTo>
                    <a:pt x="10515600" y="91439"/>
                  </a:lnTo>
                  <a:lnTo>
                    <a:pt x="10508420" y="55828"/>
                  </a:lnTo>
                  <a:lnTo>
                    <a:pt x="10488834" y="26765"/>
                  </a:lnTo>
                  <a:lnTo>
                    <a:pt x="10459771" y="7179"/>
                  </a:lnTo>
                  <a:lnTo>
                    <a:pt x="10424160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5568" y="3176015"/>
              <a:ext cx="502919" cy="5059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15568" y="3176015"/>
              <a:ext cx="502920" cy="506095"/>
            </a:xfrm>
            <a:custGeom>
              <a:avLst/>
              <a:gdLst/>
              <a:ahLst/>
              <a:cxnLst/>
              <a:rect l="l" t="t" r="r" b="b"/>
              <a:pathLst>
                <a:path w="502919" h="506095">
                  <a:moveTo>
                    <a:pt x="0" y="505968"/>
                  </a:moveTo>
                  <a:lnTo>
                    <a:pt x="502919" y="505968"/>
                  </a:lnTo>
                  <a:lnTo>
                    <a:pt x="502919" y="0"/>
                  </a:lnTo>
                  <a:lnTo>
                    <a:pt x="0" y="0"/>
                  </a:lnTo>
                  <a:lnTo>
                    <a:pt x="0" y="505968"/>
                  </a:lnTo>
                  <a:close/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838200" y="4114800"/>
            <a:ext cx="10515600" cy="917575"/>
            <a:chOff x="838200" y="4114800"/>
            <a:chExt cx="10515600" cy="917575"/>
          </a:xfrm>
        </p:grpSpPr>
        <p:sp>
          <p:nvSpPr>
            <p:cNvPr id="12" name="object 12"/>
            <p:cNvSpPr/>
            <p:nvPr/>
          </p:nvSpPr>
          <p:spPr>
            <a:xfrm>
              <a:off x="838200" y="4114800"/>
              <a:ext cx="10515600" cy="917575"/>
            </a:xfrm>
            <a:custGeom>
              <a:avLst/>
              <a:gdLst/>
              <a:ahLst/>
              <a:cxnLst/>
              <a:rect l="l" t="t" r="r" b="b"/>
              <a:pathLst>
                <a:path w="10515600" h="917575">
                  <a:moveTo>
                    <a:pt x="10423906" y="0"/>
                  </a:moveTo>
                  <a:lnTo>
                    <a:pt x="91744" y="0"/>
                  </a:lnTo>
                  <a:lnTo>
                    <a:pt x="56032" y="7201"/>
                  </a:lnTo>
                  <a:lnTo>
                    <a:pt x="26870" y="26844"/>
                  </a:lnTo>
                  <a:lnTo>
                    <a:pt x="7209" y="55989"/>
                  </a:lnTo>
                  <a:lnTo>
                    <a:pt x="0" y="91693"/>
                  </a:lnTo>
                  <a:lnTo>
                    <a:pt x="0" y="825754"/>
                  </a:lnTo>
                  <a:lnTo>
                    <a:pt x="7209" y="861458"/>
                  </a:lnTo>
                  <a:lnTo>
                    <a:pt x="26870" y="890603"/>
                  </a:lnTo>
                  <a:lnTo>
                    <a:pt x="56032" y="910246"/>
                  </a:lnTo>
                  <a:lnTo>
                    <a:pt x="91744" y="917448"/>
                  </a:lnTo>
                  <a:lnTo>
                    <a:pt x="10423906" y="917448"/>
                  </a:lnTo>
                  <a:lnTo>
                    <a:pt x="10459610" y="910246"/>
                  </a:lnTo>
                  <a:lnTo>
                    <a:pt x="10488755" y="890603"/>
                  </a:lnTo>
                  <a:lnTo>
                    <a:pt x="10508398" y="861458"/>
                  </a:lnTo>
                  <a:lnTo>
                    <a:pt x="10515600" y="825754"/>
                  </a:lnTo>
                  <a:lnTo>
                    <a:pt x="10515600" y="91693"/>
                  </a:lnTo>
                  <a:lnTo>
                    <a:pt x="10508398" y="55989"/>
                  </a:lnTo>
                  <a:lnTo>
                    <a:pt x="10488755" y="26844"/>
                  </a:lnTo>
                  <a:lnTo>
                    <a:pt x="10459610" y="7201"/>
                  </a:lnTo>
                  <a:lnTo>
                    <a:pt x="10423906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568" y="4322063"/>
              <a:ext cx="502919" cy="50291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15568" y="4322063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0" y="502919"/>
                  </a:moveTo>
                  <a:lnTo>
                    <a:pt x="502919" y="502919"/>
                  </a:lnTo>
                  <a:lnTo>
                    <a:pt x="502919" y="0"/>
                  </a:lnTo>
                  <a:lnTo>
                    <a:pt x="0" y="0"/>
                  </a:lnTo>
                  <a:lnTo>
                    <a:pt x="0" y="502919"/>
                  </a:lnTo>
                  <a:close/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38200" y="5260847"/>
            <a:ext cx="10515600" cy="914400"/>
            <a:chOff x="838200" y="5260847"/>
            <a:chExt cx="10515600" cy="914400"/>
          </a:xfrm>
        </p:grpSpPr>
        <p:sp>
          <p:nvSpPr>
            <p:cNvPr id="16" name="object 16"/>
            <p:cNvSpPr/>
            <p:nvPr/>
          </p:nvSpPr>
          <p:spPr>
            <a:xfrm>
              <a:off x="838200" y="5260847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10424160" y="0"/>
                  </a:moveTo>
                  <a:lnTo>
                    <a:pt x="91440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822959"/>
                  </a:lnTo>
                  <a:lnTo>
                    <a:pt x="7184" y="858555"/>
                  </a:lnTo>
                  <a:lnTo>
                    <a:pt x="26779" y="887620"/>
                  </a:lnTo>
                  <a:lnTo>
                    <a:pt x="55844" y="907215"/>
                  </a:lnTo>
                  <a:lnTo>
                    <a:pt x="91440" y="914400"/>
                  </a:lnTo>
                  <a:lnTo>
                    <a:pt x="10424160" y="914400"/>
                  </a:lnTo>
                  <a:lnTo>
                    <a:pt x="10459771" y="907215"/>
                  </a:lnTo>
                  <a:lnTo>
                    <a:pt x="10488834" y="887620"/>
                  </a:lnTo>
                  <a:lnTo>
                    <a:pt x="10508420" y="858555"/>
                  </a:lnTo>
                  <a:lnTo>
                    <a:pt x="10515600" y="822959"/>
                  </a:lnTo>
                  <a:lnTo>
                    <a:pt x="10515600" y="91439"/>
                  </a:lnTo>
                  <a:lnTo>
                    <a:pt x="10508420" y="55828"/>
                  </a:lnTo>
                  <a:lnTo>
                    <a:pt x="10488834" y="26765"/>
                  </a:lnTo>
                  <a:lnTo>
                    <a:pt x="10459771" y="7179"/>
                  </a:lnTo>
                  <a:lnTo>
                    <a:pt x="10424160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5568" y="5465063"/>
              <a:ext cx="502919" cy="50292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115568" y="5465063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0" y="502920"/>
                  </a:moveTo>
                  <a:lnTo>
                    <a:pt x="502919" y="502920"/>
                  </a:lnTo>
                  <a:lnTo>
                    <a:pt x="502919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80057" y="2065985"/>
            <a:ext cx="6731000" cy="3796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latin typeface="Courier New"/>
                <a:cs typeface="Courier New"/>
              </a:rPr>
              <a:t>Languages:</a:t>
            </a:r>
            <a:r>
              <a:rPr sz="2200" spc="-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HTML,</a:t>
            </a:r>
            <a:r>
              <a:rPr sz="2200" spc="-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CSS,</a:t>
            </a:r>
            <a:r>
              <a:rPr sz="2200" spc="-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Python,</a:t>
            </a:r>
            <a:r>
              <a:rPr sz="2200" spc="-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JavaScript</a:t>
            </a:r>
            <a:endParaRPr sz="2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2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Courier New"/>
                <a:cs typeface="Courier New"/>
              </a:rPr>
              <a:t>Database:</a:t>
            </a:r>
            <a:r>
              <a:rPr sz="2200" spc="-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MySQL</a:t>
            </a:r>
            <a:endParaRPr sz="2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2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Courier New"/>
                <a:cs typeface="Courier New"/>
              </a:rPr>
              <a:t>Tools/IDE: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Visual</a:t>
            </a:r>
            <a:r>
              <a:rPr sz="2200" spc="-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Studio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Code,</a:t>
            </a:r>
            <a:r>
              <a:rPr sz="2200" spc="-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MySQL</a:t>
            </a:r>
            <a:endParaRPr sz="2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2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Courier New"/>
                <a:cs typeface="Courier New"/>
              </a:rPr>
              <a:t>Version</a:t>
            </a:r>
            <a:r>
              <a:rPr sz="2200" spc="-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Control: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Git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210" y="701137"/>
            <a:ext cx="8152080" cy="1186863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z="4000" spc="-20" dirty="0">
                <a:solidFill>
                  <a:srgbClr val="000000"/>
                </a:solidFill>
                <a:latin typeface="Times New Roman"/>
                <a:cs typeface="Times New Roman"/>
              </a:rPr>
              <a:t>M</a:t>
            </a:r>
            <a:r>
              <a:rPr lang="en-US" sz="4000" spc="-20" dirty="0">
                <a:solidFill>
                  <a:srgbClr val="000000"/>
                </a:solidFill>
                <a:latin typeface="Times New Roman"/>
                <a:cs typeface="Times New Roman"/>
              </a:rPr>
              <a:t>ETHODOLOGY/TECHNIQUES</a:t>
            </a:r>
            <a:br>
              <a:rPr lang="en-US" sz="4000" spc="-20" dirty="0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sz="4000" spc="-20" dirty="0">
                <a:solidFill>
                  <a:srgbClr val="000000"/>
                </a:solidFill>
                <a:latin typeface="Times New Roman"/>
                <a:cs typeface="Times New Roman"/>
              </a:rPr>
              <a:t>(SYSTEM ARCHETECTURE)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01522" y="2521966"/>
            <a:ext cx="11028477" cy="2746778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200660" indent="-8890" algn="just">
              <a:lnSpc>
                <a:spcPct val="80000"/>
              </a:lnSpc>
              <a:spcBef>
                <a:spcPts val="635"/>
              </a:spcBef>
              <a:buSzPct val="95454"/>
              <a:buFont typeface="Times New Roman"/>
              <a:buChar char="•"/>
              <a:tabLst>
                <a:tab pos="109855" algn="l"/>
              </a:tabLst>
            </a:pPr>
            <a:r>
              <a:rPr b="1" dirty="0">
                <a:latin typeface="Times New Roman"/>
                <a:cs typeface="Times New Roman"/>
              </a:rPr>
              <a:t>	User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Input</a:t>
            </a:r>
            <a:r>
              <a:rPr dirty="0"/>
              <a:t>:</a:t>
            </a:r>
            <a:r>
              <a:rPr spc="-10" dirty="0"/>
              <a:t> </a:t>
            </a:r>
            <a:r>
              <a:rPr dirty="0"/>
              <a:t>Users</a:t>
            </a:r>
            <a:r>
              <a:rPr spc="-40" dirty="0"/>
              <a:t> </a:t>
            </a:r>
            <a:r>
              <a:rPr dirty="0"/>
              <a:t>enter</a:t>
            </a:r>
            <a:r>
              <a:rPr spc="-35" dirty="0"/>
              <a:t> </a:t>
            </a:r>
            <a:r>
              <a:rPr dirty="0"/>
              <a:t>their</a:t>
            </a:r>
            <a:r>
              <a:rPr spc="-40" dirty="0"/>
              <a:t> </a:t>
            </a:r>
            <a:r>
              <a:rPr dirty="0"/>
              <a:t>budget,</a:t>
            </a:r>
            <a:r>
              <a:rPr spc="5" dirty="0"/>
              <a:t> </a:t>
            </a:r>
            <a:r>
              <a:rPr dirty="0"/>
              <a:t>trip</a:t>
            </a:r>
            <a:r>
              <a:rPr spc="-45" dirty="0"/>
              <a:t> </a:t>
            </a:r>
            <a:r>
              <a:rPr dirty="0"/>
              <a:t>duration,</a:t>
            </a:r>
            <a:r>
              <a:rPr spc="-5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specific </a:t>
            </a:r>
            <a:r>
              <a:rPr dirty="0"/>
              <a:t>preferences</a:t>
            </a:r>
            <a:r>
              <a:rPr spc="-85" dirty="0"/>
              <a:t> </a:t>
            </a:r>
            <a:r>
              <a:rPr dirty="0"/>
              <a:t>for</a:t>
            </a:r>
            <a:r>
              <a:rPr spc="1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trip.</a:t>
            </a:r>
            <a:r>
              <a:rPr spc="-65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allows</a:t>
            </a:r>
            <a:r>
              <a:rPr spc="-3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system</a:t>
            </a:r>
            <a:r>
              <a:rPr spc="-2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tailor</a:t>
            </a:r>
            <a:r>
              <a:rPr spc="-35" dirty="0"/>
              <a:t> </a:t>
            </a:r>
            <a:r>
              <a:rPr spc="-10" dirty="0"/>
              <a:t>suggestions </a:t>
            </a:r>
            <a:r>
              <a:rPr dirty="0"/>
              <a:t>according</a:t>
            </a:r>
            <a:r>
              <a:rPr spc="-7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dirty="0"/>
              <a:t>their</a:t>
            </a:r>
            <a:r>
              <a:rPr spc="-35" dirty="0"/>
              <a:t> </a:t>
            </a:r>
            <a:r>
              <a:rPr spc="-10" dirty="0"/>
              <a:t>needs.</a:t>
            </a:r>
          </a:p>
          <a:p>
            <a:pPr marL="12700" marR="5080" indent="-8890" algn="just">
              <a:lnSpc>
                <a:spcPct val="80000"/>
              </a:lnSpc>
              <a:spcBef>
                <a:spcPts val="605"/>
              </a:spcBef>
              <a:buSzPct val="95454"/>
              <a:buFont typeface="Times New Roman"/>
              <a:buChar char="•"/>
              <a:tabLst>
                <a:tab pos="109855" algn="l"/>
              </a:tabLst>
            </a:pPr>
            <a:r>
              <a:rPr b="1" spc="-10" dirty="0">
                <a:latin typeface="Times New Roman"/>
                <a:cs typeface="Times New Roman"/>
              </a:rPr>
              <a:t>	Processing</a:t>
            </a:r>
            <a:r>
              <a:rPr spc="-10" dirty="0"/>
              <a:t>:</a:t>
            </a:r>
            <a:r>
              <a:rPr spc="-13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system</a:t>
            </a:r>
            <a:r>
              <a:rPr spc="-25" dirty="0"/>
              <a:t> </a:t>
            </a:r>
            <a:r>
              <a:rPr dirty="0"/>
              <a:t>analyzes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provided</a:t>
            </a:r>
            <a:r>
              <a:rPr spc="-15" dirty="0"/>
              <a:t> </a:t>
            </a: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dirty="0"/>
              <a:t>processes</a:t>
            </a:r>
            <a:r>
              <a:rPr spc="-80" dirty="0"/>
              <a:t> </a:t>
            </a:r>
            <a:r>
              <a:rPr spc="-25" dirty="0"/>
              <a:t>it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gather</a:t>
            </a:r>
            <a:r>
              <a:rPr spc="-30" dirty="0"/>
              <a:t> </a:t>
            </a:r>
            <a:r>
              <a:rPr dirty="0"/>
              <a:t>relevant</a:t>
            </a:r>
            <a:r>
              <a:rPr spc="-25" dirty="0"/>
              <a:t> </a:t>
            </a:r>
            <a:r>
              <a:rPr dirty="0"/>
              <a:t>recommendations.</a:t>
            </a:r>
            <a:r>
              <a:rPr spc="-55" dirty="0"/>
              <a:t> </a:t>
            </a:r>
            <a:r>
              <a:rPr dirty="0"/>
              <a:t>It</a:t>
            </a:r>
            <a:r>
              <a:rPr spc="15" dirty="0"/>
              <a:t> </a:t>
            </a:r>
            <a:r>
              <a:rPr dirty="0"/>
              <a:t>uses</a:t>
            </a:r>
            <a:r>
              <a:rPr spc="-5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input</a:t>
            </a:r>
            <a:r>
              <a:rPr spc="-3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filter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20" dirty="0"/>
              <a:t>best </a:t>
            </a:r>
            <a:r>
              <a:rPr dirty="0"/>
              <a:t>options</a:t>
            </a:r>
            <a:r>
              <a:rPr spc="-45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user’s</a:t>
            </a:r>
            <a:r>
              <a:rPr spc="-40" dirty="0"/>
              <a:t> </a:t>
            </a:r>
            <a:r>
              <a:rPr spc="-20" dirty="0"/>
              <a:t>trip.</a:t>
            </a:r>
          </a:p>
          <a:p>
            <a:pPr marL="12700" marR="111760" indent="-9525" algn="just">
              <a:lnSpc>
                <a:spcPct val="80100"/>
              </a:lnSpc>
              <a:spcBef>
                <a:spcPts val="595"/>
              </a:spcBef>
              <a:buSzPct val="95454"/>
              <a:buFont typeface="Times New Roman"/>
              <a:buChar char="•"/>
              <a:tabLst>
                <a:tab pos="109220" algn="l"/>
              </a:tabLst>
            </a:pPr>
            <a:r>
              <a:rPr b="1" dirty="0">
                <a:latin typeface="Times New Roman"/>
                <a:cs typeface="Times New Roman"/>
              </a:rPr>
              <a:t>	Output</a:t>
            </a:r>
            <a:r>
              <a:rPr dirty="0"/>
              <a:t>:</a:t>
            </a:r>
            <a:r>
              <a:rPr spc="-8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system</a:t>
            </a:r>
            <a:r>
              <a:rPr spc="-50" dirty="0"/>
              <a:t> </a:t>
            </a:r>
            <a:r>
              <a:rPr dirty="0"/>
              <a:t>generates</a:t>
            </a:r>
            <a:r>
              <a:rPr spc="-60" dirty="0"/>
              <a:t> </a:t>
            </a:r>
            <a:r>
              <a:rPr dirty="0"/>
              <a:t>personalized</a:t>
            </a:r>
            <a:r>
              <a:rPr spc="-85" dirty="0"/>
              <a:t> </a:t>
            </a:r>
            <a:r>
              <a:rPr dirty="0"/>
              <a:t>recommendations</a:t>
            </a:r>
            <a:r>
              <a:rPr spc="-35" dirty="0"/>
              <a:t> </a:t>
            </a:r>
            <a:r>
              <a:rPr spc="-25" dirty="0"/>
              <a:t>and </a:t>
            </a:r>
            <a:r>
              <a:rPr spc="-10" dirty="0"/>
              <a:t>real-</a:t>
            </a:r>
            <a:r>
              <a:rPr dirty="0"/>
              <a:t>time</a:t>
            </a:r>
            <a:r>
              <a:rPr spc="-10" dirty="0"/>
              <a:t> </a:t>
            </a:r>
            <a:r>
              <a:rPr dirty="0"/>
              <a:t>suggestions</a:t>
            </a:r>
            <a:r>
              <a:rPr spc="-50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transportation,</a:t>
            </a:r>
            <a:r>
              <a:rPr spc="-85" dirty="0"/>
              <a:t> </a:t>
            </a:r>
            <a:r>
              <a:rPr dirty="0"/>
              <a:t>activities,</a:t>
            </a:r>
            <a:r>
              <a:rPr spc="-85" dirty="0"/>
              <a:t> </a:t>
            </a:r>
            <a:r>
              <a:rPr spc="-10" dirty="0"/>
              <a:t>accommodations, </a:t>
            </a:r>
            <a:r>
              <a:rPr dirty="0"/>
              <a:t>etc.</a:t>
            </a:r>
            <a:r>
              <a:rPr spc="-70" dirty="0"/>
              <a:t> </a:t>
            </a:r>
            <a:r>
              <a:rPr dirty="0"/>
              <a:t>These</a:t>
            </a:r>
            <a:r>
              <a:rPr spc="-40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dirty="0"/>
              <a:t>tailored</a:t>
            </a:r>
            <a:r>
              <a:rPr spc="-6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user’s</a:t>
            </a:r>
            <a:r>
              <a:rPr spc="-35" dirty="0"/>
              <a:t> </a:t>
            </a:r>
            <a:r>
              <a:rPr dirty="0"/>
              <a:t>budget</a:t>
            </a:r>
            <a:r>
              <a:rPr spc="-1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preferences.</a:t>
            </a:r>
          </a:p>
          <a:p>
            <a:pPr marL="12700" marR="38100" indent="-9525" algn="just">
              <a:lnSpc>
                <a:spcPts val="2110"/>
              </a:lnSpc>
              <a:spcBef>
                <a:spcPts val="585"/>
              </a:spcBef>
              <a:buSzPct val="95454"/>
              <a:buFont typeface="Times New Roman"/>
              <a:buChar char="•"/>
              <a:tabLst>
                <a:tab pos="109220" algn="l"/>
              </a:tabLst>
            </a:pPr>
            <a:r>
              <a:rPr b="1" dirty="0">
                <a:latin typeface="Times New Roman"/>
                <a:cs typeface="Times New Roman"/>
              </a:rPr>
              <a:t>	Feedback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Loop</a:t>
            </a:r>
            <a:r>
              <a:rPr dirty="0"/>
              <a:t>:</a:t>
            </a:r>
            <a:r>
              <a:rPr spc="-15" dirty="0"/>
              <a:t> </a:t>
            </a:r>
            <a:r>
              <a:rPr dirty="0"/>
              <a:t>Users</a:t>
            </a:r>
            <a:r>
              <a:rPr spc="-40" dirty="0"/>
              <a:t> </a:t>
            </a:r>
            <a:r>
              <a:rPr dirty="0"/>
              <a:t>can</a:t>
            </a:r>
            <a:r>
              <a:rPr spc="-15" dirty="0"/>
              <a:t> </a:t>
            </a:r>
            <a:r>
              <a:rPr dirty="0"/>
              <a:t>adjust</a:t>
            </a:r>
            <a:r>
              <a:rPr spc="-55" dirty="0"/>
              <a:t> </a:t>
            </a:r>
            <a:r>
              <a:rPr dirty="0"/>
              <a:t>their</a:t>
            </a:r>
            <a:r>
              <a:rPr spc="-35" dirty="0"/>
              <a:t> </a:t>
            </a:r>
            <a:r>
              <a:rPr dirty="0"/>
              <a:t>preferences</a:t>
            </a:r>
            <a:r>
              <a:rPr spc="-90" dirty="0"/>
              <a:t> </a:t>
            </a:r>
            <a:r>
              <a:rPr dirty="0"/>
              <a:t>based</a:t>
            </a:r>
            <a:r>
              <a:rPr spc="-20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spc="-25" dirty="0"/>
              <a:t>the </a:t>
            </a:r>
            <a:r>
              <a:rPr dirty="0"/>
              <a:t>initial</a:t>
            </a:r>
            <a:r>
              <a:rPr spc="-85" dirty="0"/>
              <a:t> </a:t>
            </a:r>
            <a:r>
              <a:rPr dirty="0"/>
              <a:t>recommendations</a:t>
            </a:r>
            <a:r>
              <a:rPr spc="-6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receive</a:t>
            </a:r>
            <a:r>
              <a:rPr spc="-70" dirty="0"/>
              <a:t> </a:t>
            </a:r>
            <a:r>
              <a:rPr dirty="0"/>
              <a:t>better,</a:t>
            </a:r>
            <a:r>
              <a:rPr spc="-70" dirty="0"/>
              <a:t> </a:t>
            </a:r>
            <a:r>
              <a:rPr dirty="0"/>
              <a:t>more</a:t>
            </a:r>
            <a:r>
              <a:rPr spc="5" dirty="0"/>
              <a:t> </a:t>
            </a:r>
            <a:r>
              <a:rPr dirty="0"/>
              <a:t>accurate</a:t>
            </a:r>
            <a:r>
              <a:rPr spc="-90" dirty="0"/>
              <a:t> </a:t>
            </a:r>
            <a:r>
              <a:rPr spc="-10" dirty="0"/>
              <a:t>suggestions. </a:t>
            </a:r>
            <a:r>
              <a:rPr dirty="0"/>
              <a:t>This</a:t>
            </a:r>
            <a:r>
              <a:rPr spc="-60" dirty="0"/>
              <a:t> </a:t>
            </a:r>
            <a:r>
              <a:rPr dirty="0"/>
              <a:t>allows</a:t>
            </a:r>
            <a:r>
              <a:rPr spc="-55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more</a:t>
            </a:r>
            <a:r>
              <a:rPr spc="-15" dirty="0"/>
              <a:t> </a:t>
            </a:r>
            <a:r>
              <a:rPr dirty="0"/>
              <a:t>customized</a:t>
            </a:r>
            <a:r>
              <a:rPr spc="-40" dirty="0"/>
              <a:t> </a:t>
            </a:r>
            <a:r>
              <a:rPr dirty="0"/>
              <a:t>travel</a:t>
            </a:r>
            <a:r>
              <a:rPr spc="-25" dirty="0"/>
              <a:t> </a:t>
            </a:r>
            <a:r>
              <a:rPr spc="-10" dirty="0"/>
              <a:t>plan.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21701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62532" y="744093"/>
            <a:ext cx="8824468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6049" y="3145535"/>
            <a:ext cx="2024379" cy="1196610"/>
          </a:xfrm>
          <a:prstGeom prst="rect">
            <a:avLst/>
          </a:prstGeom>
          <a:solidFill>
            <a:srgbClr val="E97031"/>
          </a:solidFill>
        </p:spPr>
        <p:txBody>
          <a:bodyPr vert="horz" wrap="square" lIns="0" tIns="8890" rIns="0" bIns="0" rtlCol="0">
            <a:spAutoFit/>
          </a:bodyPr>
          <a:lstStyle/>
          <a:p>
            <a:pPr marL="115570" marR="113664" indent="3175" algn="ctr">
              <a:lnSpc>
                <a:spcPct val="85100"/>
              </a:lnSpc>
              <a:spcBef>
                <a:spcPts val="70"/>
              </a:spcBef>
            </a:pPr>
            <a:r>
              <a:rPr spc="-20" dirty="0">
                <a:solidFill>
                  <a:srgbClr val="FFFFFF"/>
                </a:solidFill>
                <a:latin typeface="Courier New"/>
                <a:cs typeface="Courier New"/>
              </a:rPr>
              <a:t>User </a:t>
            </a:r>
            <a:r>
              <a:rPr spc="-10" dirty="0">
                <a:solidFill>
                  <a:srgbClr val="FFFFFF"/>
                </a:solidFill>
                <a:latin typeface="Courier New"/>
                <a:cs typeface="Courier New"/>
              </a:rPr>
              <a:t>registration </a:t>
            </a:r>
            <a:r>
              <a:rPr spc="-25" dirty="0">
                <a:solidFill>
                  <a:srgbClr val="FFFFFF"/>
                </a:solidFill>
                <a:latin typeface="Courier New"/>
                <a:cs typeface="Courier New"/>
              </a:rPr>
              <a:t>and </a:t>
            </a:r>
            <a:r>
              <a:rPr spc="-10" dirty="0" err="1">
                <a:solidFill>
                  <a:srgbClr val="FFFFFF"/>
                </a:solidFill>
                <a:latin typeface="Courier New"/>
                <a:cs typeface="Courier New"/>
              </a:rPr>
              <a:t>authenticati</a:t>
            </a:r>
            <a:r>
              <a:rPr lang="en-IN" spc="-1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pc="-5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82677" y="3159047"/>
            <a:ext cx="2024380" cy="1213485"/>
          </a:xfrm>
          <a:custGeom>
            <a:avLst/>
            <a:gdLst/>
            <a:ahLst/>
            <a:cxnLst/>
            <a:rect l="l" t="t" r="r" b="b"/>
            <a:pathLst>
              <a:path w="2024379" h="1213485">
                <a:moveTo>
                  <a:pt x="2023872" y="0"/>
                </a:moveTo>
                <a:lnTo>
                  <a:pt x="0" y="0"/>
                </a:lnTo>
                <a:lnTo>
                  <a:pt x="0" y="1213103"/>
                </a:lnTo>
                <a:lnTo>
                  <a:pt x="2023872" y="1213103"/>
                </a:lnTo>
                <a:lnTo>
                  <a:pt x="2023872" y="0"/>
                </a:lnTo>
                <a:close/>
              </a:path>
            </a:pathLst>
          </a:custGeom>
          <a:solidFill>
            <a:srgbClr val="186B2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339560" y="3113504"/>
            <a:ext cx="986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dirty="0">
                <a:solidFill>
                  <a:srgbClr val="FFFFFF"/>
                </a:solidFill>
                <a:latin typeface="Courier New"/>
                <a:cs typeface="Courier New"/>
              </a:rPr>
              <a:t>- </a:t>
            </a:r>
            <a:r>
              <a:rPr lang="en-IN" sz="1800" spc="-10" dirty="0">
                <a:solidFill>
                  <a:srgbClr val="FFFFFF"/>
                </a:solidFill>
                <a:latin typeface="Courier New"/>
                <a:cs typeface="Courier New"/>
              </a:rPr>
              <a:t>Input</a:t>
            </a:r>
            <a:endParaRPr lang="en-IN" sz="18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59207" y="3328856"/>
            <a:ext cx="1671320" cy="103015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635" algn="ctr">
              <a:lnSpc>
                <a:spcPct val="84700"/>
              </a:lnSpc>
              <a:spcBef>
                <a:spcPts val="430"/>
              </a:spcBef>
            </a:pPr>
            <a:r>
              <a:rPr lang="en-IN" sz="1400" spc="-10" dirty="0">
                <a:solidFill>
                  <a:srgbClr val="FFFFFF"/>
                </a:solidFill>
                <a:latin typeface="Courier New"/>
                <a:cs typeface="Courier New"/>
              </a:rPr>
              <a:t>Travel Parameters</a:t>
            </a:r>
          </a:p>
          <a:p>
            <a:pPr marL="12700" marR="5080" indent="635" algn="ctr">
              <a:lnSpc>
                <a:spcPct val="84700"/>
              </a:lnSpc>
              <a:spcBef>
                <a:spcPts val="430"/>
              </a:spcBef>
            </a:pPr>
            <a:r>
              <a:rPr sz="1400" spc="-10" dirty="0">
                <a:solidFill>
                  <a:srgbClr val="FFFFFF"/>
                </a:solidFill>
                <a:latin typeface="Courier New"/>
                <a:cs typeface="Courier New"/>
              </a:rPr>
              <a:t> (budget, duration, preferences)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96255" y="3145535"/>
            <a:ext cx="2024380" cy="1213485"/>
          </a:xfrm>
          <a:prstGeom prst="rect">
            <a:avLst/>
          </a:prstGeom>
          <a:solidFill>
            <a:srgbClr val="0E9ED4"/>
          </a:solidFill>
        </p:spPr>
        <p:txBody>
          <a:bodyPr vert="horz" wrap="square" lIns="0" tIns="241935" rIns="0" bIns="0" rtlCol="0">
            <a:spAutoFit/>
          </a:bodyPr>
          <a:lstStyle/>
          <a:p>
            <a:pPr marL="188595" marR="180340" algn="ctr">
              <a:lnSpc>
                <a:spcPct val="85100"/>
              </a:lnSpc>
              <a:spcBef>
                <a:spcPts val="1905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Budget</a:t>
            </a:r>
            <a:r>
              <a:rPr sz="18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itinerary management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21295" y="3145535"/>
            <a:ext cx="2021205" cy="1213485"/>
          </a:xfrm>
          <a:prstGeom prst="rect">
            <a:avLst/>
          </a:prstGeom>
          <a:solidFill>
            <a:srgbClr val="9F2B92"/>
          </a:solidFill>
        </p:spPr>
        <p:txBody>
          <a:bodyPr vert="horz" wrap="square" lIns="0" tIns="126364" rIns="0" bIns="0" rtlCol="0">
            <a:spAutoFit/>
          </a:bodyPr>
          <a:lstStyle/>
          <a:p>
            <a:pPr marL="118745" marR="110489" algn="ctr">
              <a:lnSpc>
                <a:spcPct val="84800"/>
              </a:lnSpc>
              <a:spcBef>
                <a:spcPts val="994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spc="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Real-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time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travel recommendatio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ns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9223" y="4562855"/>
            <a:ext cx="2021205" cy="1213485"/>
          </a:xfrm>
          <a:prstGeom prst="rect">
            <a:avLst/>
          </a:prstGeom>
          <a:solidFill>
            <a:srgbClr val="E97031"/>
          </a:solidFill>
        </p:spPr>
        <p:txBody>
          <a:bodyPr vert="horz" wrap="square" lIns="0" tIns="83820" rIns="0" bIns="0" rtlCol="0">
            <a:spAutoFit/>
          </a:bodyPr>
          <a:lstStyle/>
          <a:p>
            <a:pPr algn="ctr">
              <a:lnSpc>
                <a:spcPts val="2005"/>
              </a:lnSpc>
              <a:spcBef>
                <a:spcPts val="660"/>
              </a:spcBef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endParaRPr sz="1800">
              <a:latin typeface="Courier New"/>
              <a:cs typeface="Courier New"/>
            </a:endParaRPr>
          </a:p>
          <a:p>
            <a:pPr marL="186055" marR="180975" algn="ctr">
              <a:lnSpc>
                <a:spcPts val="1820"/>
              </a:lnSpc>
              <a:spcBef>
                <a:spcPts val="19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Personalized travel suggestions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96255" y="4562855"/>
            <a:ext cx="2024380" cy="1213485"/>
          </a:xfrm>
          <a:prstGeom prst="rect">
            <a:avLst/>
          </a:prstGeom>
          <a:solidFill>
            <a:srgbClr val="0E9ED4"/>
          </a:solidFill>
        </p:spPr>
        <p:txBody>
          <a:bodyPr vert="horz" wrap="square" lIns="0" tIns="125095" rIns="0" bIns="0" rtlCol="0">
            <a:spAutoFit/>
          </a:bodyPr>
          <a:lstStyle/>
          <a:p>
            <a:pPr marL="189230" marR="180340" algn="ctr">
              <a:lnSpc>
                <a:spcPct val="84800"/>
              </a:lnSpc>
              <a:spcBef>
                <a:spcPts val="985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Ability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to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save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modify itineraries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21295" y="4562855"/>
            <a:ext cx="2021205" cy="1213485"/>
          </a:xfrm>
          <a:prstGeom prst="rect">
            <a:avLst/>
          </a:prstGeom>
          <a:solidFill>
            <a:srgbClr val="9F2B92"/>
          </a:solidFill>
        </p:spPr>
        <p:txBody>
          <a:bodyPr vert="horz" wrap="square" lIns="0" tIns="125095" rIns="0" bIns="0" rtlCol="0">
            <a:spAutoFit/>
          </a:bodyPr>
          <a:lstStyle/>
          <a:p>
            <a:pPr marL="255904" marR="244475" indent="635" algn="ctr">
              <a:lnSpc>
                <a:spcPct val="84800"/>
              </a:lnSpc>
              <a:spcBef>
                <a:spcPts val="985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Multi- device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support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for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user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access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85852" y="4573375"/>
            <a:ext cx="2021205" cy="1213485"/>
          </a:xfrm>
          <a:prstGeom prst="rect">
            <a:avLst/>
          </a:prstGeom>
          <a:solidFill>
            <a:srgbClr val="4EA72D"/>
          </a:solidFill>
        </p:spPr>
        <p:txBody>
          <a:bodyPr vert="horz" wrap="square" lIns="0" tIns="125095" rIns="0" bIns="0" rtlCol="0">
            <a:spAutoFit/>
          </a:bodyPr>
          <a:lstStyle/>
          <a:p>
            <a:pPr marL="118745" marR="110489" algn="ctr">
              <a:lnSpc>
                <a:spcPct val="84800"/>
              </a:lnSpc>
              <a:spcBef>
                <a:spcPts val="985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-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Integration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with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payment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gateways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for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booking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21701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62532" y="744093"/>
            <a:ext cx="9510268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  <a:endParaRPr sz="4000" dirty="0"/>
          </a:p>
        </p:txBody>
      </p:sp>
      <p:sp>
        <p:nvSpPr>
          <p:cNvPr id="4" name="object 4"/>
          <p:cNvSpPr txBox="1"/>
          <p:nvPr/>
        </p:nvSpPr>
        <p:spPr>
          <a:xfrm>
            <a:off x="649223" y="3145535"/>
            <a:ext cx="2021205" cy="1213485"/>
          </a:xfrm>
          <a:prstGeom prst="rect">
            <a:avLst/>
          </a:prstGeom>
          <a:solidFill>
            <a:srgbClr val="E97031"/>
          </a:solidFill>
        </p:spPr>
        <p:txBody>
          <a:bodyPr vert="horz" wrap="square" lIns="0" tIns="958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5"/>
              </a:spcBef>
            </a:pPr>
            <a:endParaRPr sz="1800">
              <a:latin typeface="Times New Roman"/>
              <a:cs typeface="Times New Roman"/>
            </a:endParaRPr>
          </a:p>
          <a:p>
            <a:pPr marL="389890" marR="114300" indent="-274320">
              <a:lnSpc>
                <a:spcPts val="1850"/>
              </a:lnSpc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User-friendly interface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71216" y="3145535"/>
            <a:ext cx="2024380" cy="1213485"/>
          </a:xfrm>
          <a:prstGeom prst="rect">
            <a:avLst/>
          </a:prstGeom>
          <a:solidFill>
            <a:srgbClr val="186B23"/>
          </a:solidFill>
        </p:spPr>
        <p:txBody>
          <a:bodyPr vert="horz" wrap="square" lIns="0" tIns="126364" rIns="0" bIns="0" rtlCol="0">
            <a:spAutoFit/>
          </a:bodyPr>
          <a:lstStyle/>
          <a:p>
            <a:pPr marL="189230" marR="180975" indent="635" algn="ctr">
              <a:lnSpc>
                <a:spcPct val="84800"/>
              </a:lnSpc>
              <a:spcBef>
                <a:spcPts val="994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High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availability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performance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6255" y="3145535"/>
            <a:ext cx="2024380" cy="1213485"/>
          </a:xfrm>
          <a:prstGeom prst="rect">
            <a:avLst/>
          </a:prstGeom>
          <a:solidFill>
            <a:srgbClr val="0E9ED4"/>
          </a:solidFill>
        </p:spPr>
        <p:txBody>
          <a:bodyPr vert="horz" wrap="square" lIns="0" tIns="958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5"/>
              </a:spcBef>
            </a:pPr>
            <a:endParaRPr sz="1800">
              <a:latin typeface="Times New Roman"/>
              <a:cs typeface="Times New Roman"/>
            </a:endParaRPr>
          </a:p>
          <a:p>
            <a:pPr marL="530860" marR="110489" indent="-412115">
              <a:lnSpc>
                <a:spcPts val="1850"/>
              </a:lnSpc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Secure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data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storage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21295" y="3145535"/>
            <a:ext cx="2021205" cy="1213485"/>
          </a:xfrm>
          <a:prstGeom prst="rect">
            <a:avLst/>
          </a:prstGeom>
          <a:solidFill>
            <a:srgbClr val="9F2B92"/>
          </a:solidFill>
        </p:spPr>
        <p:txBody>
          <a:bodyPr vert="horz" wrap="square" lIns="0" tIns="958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5"/>
              </a:spcBef>
            </a:pPr>
            <a:endParaRPr sz="1800">
              <a:latin typeface="Times New Roman"/>
              <a:cs typeface="Times New Roman"/>
            </a:endParaRPr>
          </a:p>
          <a:p>
            <a:pPr marL="188595" marR="177800" indent="137160">
              <a:lnSpc>
                <a:spcPts val="1850"/>
              </a:lnSpc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-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Scalable architecture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46335" y="3145535"/>
            <a:ext cx="2021205" cy="1213485"/>
          </a:xfrm>
          <a:prstGeom prst="rect">
            <a:avLst/>
          </a:prstGeom>
          <a:solidFill>
            <a:srgbClr val="4EA72D"/>
          </a:solidFill>
        </p:spPr>
        <p:txBody>
          <a:bodyPr vert="horz" wrap="square" lIns="0" tIns="8890" rIns="0" bIns="0" rtlCol="0">
            <a:spAutoFit/>
          </a:bodyPr>
          <a:lstStyle/>
          <a:p>
            <a:pPr marL="118745" marR="106680" indent="-635" algn="ctr">
              <a:lnSpc>
                <a:spcPct val="85100"/>
              </a:lnSpc>
              <a:spcBef>
                <a:spcPts val="70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Fast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response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time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for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recommendatio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ns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9223" y="4562855"/>
            <a:ext cx="2021205" cy="1213485"/>
          </a:xfrm>
          <a:prstGeom prst="rect">
            <a:avLst/>
          </a:prstGeom>
          <a:solidFill>
            <a:srgbClr val="E97031"/>
          </a:solidFill>
        </p:spPr>
        <p:txBody>
          <a:bodyPr vert="horz" wrap="square" lIns="0" tIns="8255" rIns="0" bIns="0" rtlCol="0">
            <a:spAutoFit/>
          </a:bodyPr>
          <a:lstStyle/>
          <a:p>
            <a:pPr marL="115570" marR="113664" indent="3175" algn="ctr">
              <a:lnSpc>
                <a:spcPct val="85000"/>
              </a:lnSpc>
              <a:spcBef>
                <a:spcPts val="65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-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Cross- platform compatibility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(web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mobile)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1216" y="4562855"/>
            <a:ext cx="2024380" cy="1213485"/>
          </a:xfrm>
          <a:prstGeom prst="rect">
            <a:avLst/>
          </a:prstGeom>
          <a:solidFill>
            <a:srgbClr val="186B23"/>
          </a:solidFill>
        </p:spPr>
        <p:txBody>
          <a:bodyPr vert="horz" wrap="square" lIns="0" tIns="8255" rIns="0" bIns="0" rtlCol="0">
            <a:spAutoFit/>
          </a:bodyPr>
          <a:lstStyle/>
          <a:p>
            <a:pPr marL="255904" marR="250825" indent="3810" algn="ctr">
              <a:lnSpc>
                <a:spcPct val="85000"/>
              </a:lnSpc>
              <a:spcBef>
                <a:spcPts val="65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Data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privacy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compliance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with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regulations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96255" y="4562855"/>
            <a:ext cx="2024380" cy="1213485"/>
          </a:xfrm>
          <a:prstGeom prst="rect">
            <a:avLst/>
          </a:prstGeom>
          <a:solidFill>
            <a:srgbClr val="0E9ED4"/>
          </a:solidFill>
        </p:spPr>
        <p:txBody>
          <a:bodyPr vert="horz" wrap="square" lIns="0" tIns="125095" rIns="0" bIns="0" rtlCol="0">
            <a:spAutoFit/>
          </a:bodyPr>
          <a:lstStyle/>
          <a:p>
            <a:pPr marL="255904" marR="250825" algn="ctr">
              <a:lnSpc>
                <a:spcPct val="84800"/>
              </a:lnSpc>
              <a:spcBef>
                <a:spcPts val="985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-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Regular system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updates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maintenance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21295" y="4562855"/>
            <a:ext cx="2021205" cy="1213485"/>
          </a:xfrm>
          <a:prstGeom prst="rect">
            <a:avLst/>
          </a:prstGeom>
          <a:solidFill>
            <a:srgbClr val="9F2B92"/>
          </a:solidFill>
        </p:spPr>
        <p:txBody>
          <a:bodyPr vert="horz" wrap="square" lIns="0" tIns="125095" rIns="0" bIns="0" rtlCol="0">
            <a:spAutoFit/>
          </a:bodyPr>
          <a:lstStyle/>
          <a:p>
            <a:pPr marL="325755" marR="311785" indent="-2540" algn="ctr">
              <a:lnSpc>
                <a:spcPct val="84800"/>
              </a:lnSpc>
              <a:spcBef>
                <a:spcPts val="985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Robust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backup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recovery mechanisms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46335" y="4562855"/>
            <a:ext cx="2021205" cy="1213485"/>
          </a:xfrm>
          <a:prstGeom prst="rect">
            <a:avLst/>
          </a:prstGeom>
          <a:solidFill>
            <a:srgbClr val="4EA72D"/>
          </a:solidFill>
        </p:spPr>
        <p:txBody>
          <a:bodyPr vert="horz" wrap="square" lIns="0" tIns="8255" rIns="0" bIns="0" rtlCol="0">
            <a:spAutoFit/>
          </a:bodyPr>
          <a:lstStyle/>
          <a:p>
            <a:pPr marL="256540" marR="247650" algn="ctr">
              <a:lnSpc>
                <a:spcPct val="85000"/>
              </a:lnSpc>
              <a:spcBef>
                <a:spcPts val="65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Efficient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handling</a:t>
            </a:r>
            <a:r>
              <a:rPr sz="18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of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large</a:t>
            </a:r>
            <a:endParaRPr sz="1800">
              <a:latin typeface="Courier New"/>
              <a:cs typeface="Courier New"/>
            </a:endParaRPr>
          </a:p>
          <a:p>
            <a:pPr marL="635" algn="ctr">
              <a:lnSpc>
                <a:spcPts val="1670"/>
              </a:lnSpc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user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data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vol</a:t>
            </a:r>
            <a:endParaRPr sz="1800">
              <a:latin typeface="Courier New"/>
              <a:cs typeface="Courier New"/>
            </a:endParaRPr>
          </a:p>
          <a:p>
            <a:pPr marL="3810" algn="ctr">
              <a:lnSpc>
                <a:spcPts val="2005"/>
              </a:lnSpc>
            </a:pP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umes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49225" marR="5080" indent="-137160">
              <a:lnSpc>
                <a:spcPts val="3890"/>
              </a:lnSpc>
              <a:spcBef>
                <a:spcPts val="585"/>
              </a:spcBef>
            </a:pPr>
            <a:r>
              <a:rPr dirty="0"/>
              <a:t>Use</a:t>
            </a:r>
            <a:r>
              <a:rPr spc="-80" dirty="0"/>
              <a:t> </a:t>
            </a:r>
            <a:r>
              <a:rPr spc="-20" dirty="0"/>
              <a:t>Case </a:t>
            </a:r>
            <a:r>
              <a:rPr spc="-10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6215" y="1036319"/>
            <a:ext cx="6781800" cy="47823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457" y="2641472"/>
            <a:ext cx="194818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indent="274320">
              <a:lnSpc>
                <a:spcPts val="3890"/>
              </a:lnSpc>
              <a:spcBef>
                <a:spcPts val="585"/>
              </a:spcBef>
            </a:pPr>
            <a:r>
              <a:rPr spc="-10" dirty="0"/>
              <a:t>Class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B24C5-0EC4-6619-7A19-E81726C89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8382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49225" marR="5080" indent="-137160">
              <a:lnSpc>
                <a:spcPts val="3890"/>
              </a:lnSpc>
              <a:spcBef>
                <a:spcPts val="585"/>
              </a:spcBef>
            </a:pPr>
            <a:r>
              <a:rPr spc="-10" dirty="0"/>
              <a:t>Sequence 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2791" y="643127"/>
            <a:ext cx="6708648" cy="55686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49225" marR="5080" indent="-137160">
              <a:lnSpc>
                <a:spcPts val="3890"/>
              </a:lnSpc>
              <a:spcBef>
                <a:spcPts val="585"/>
              </a:spcBef>
            </a:pPr>
            <a:r>
              <a:rPr spc="-10" dirty="0"/>
              <a:t>Activity 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455" y="371856"/>
            <a:ext cx="6373367" cy="58399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63BA185-DD93-9610-40A5-CBEFCCB5E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28600"/>
            <a:ext cx="5134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Methodology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FA17ACB6-4075-C33D-9C67-6C94FA1B7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833" y="1003732"/>
            <a:ext cx="11692333" cy="5784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8176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596C94F7-B4DF-2DDE-30B7-6E0446E1B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82716"/>
            <a:ext cx="11658600" cy="6638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6842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17026-1171-FA46-0276-8D9531A80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D1DA74D9-0CC3-9AA4-3801-3DE84BF8F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11430000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6851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1F4D9953-A4CB-69AE-052D-AB33D6184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11506200" cy="6329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8123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extLst>
              <a:ext uri="{FF2B5EF4-FFF2-40B4-BE49-F238E27FC236}">
                <a16:creationId xmlns:a16="http://schemas.microsoft.com/office/drawing/2014/main" id="{F05027DF-A17D-CB31-E4D7-4DBE8F66D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11430000" cy="6450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6141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>
            <a:extLst>
              <a:ext uri="{FF2B5EF4-FFF2-40B4-BE49-F238E27FC236}">
                <a16:creationId xmlns:a16="http://schemas.microsoft.com/office/drawing/2014/main" id="{83FD015B-FFD5-595C-04E7-57B130691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"/>
            <a:ext cx="11430257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5078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0CD4839-B9CD-5596-B98C-818E29CFD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741" y="1401761"/>
            <a:ext cx="7585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1.open the app, the home page gets displayed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69" name="Picture 1">
            <a:extLst>
              <a:ext uri="{FF2B5EF4-FFF2-40B4-BE49-F238E27FC236}">
                <a16:creationId xmlns:a16="http://schemas.microsoft.com/office/drawing/2014/main" id="{7B50516F-0EF2-F53D-3C92-11EA73BB4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3"/>
          <a:stretch>
            <a:fillRect/>
          </a:stretch>
        </p:blipFill>
        <p:spPr bwMode="auto">
          <a:xfrm>
            <a:off x="732184" y="2122447"/>
            <a:ext cx="9859616" cy="416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F7E81161-DA06-5BEB-362A-22D73ED45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4562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8ECFA3-4E04-67FD-7C86-828173C37FFD}"/>
              </a:ext>
            </a:extLst>
          </p:cNvPr>
          <p:cNvSpPr txBox="1"/>
          <p:nvPr/>
        </p:nvSpPr>
        <p:spPr>
          <a:xfrm>
            <a:off x="732184" y="496409"/>
            <a:ext cx="68182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103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5">
            <a:extLst>
              <a:ext uri="{FF2B5EF4-FFF2-40B4-BE49-F238E27FC236}">
                <a16:creationId xmlns:a16="http://schemas.microsoft.com/office/drawing/2014/main" id="{CCECF9F3-D3CE-153F-67FF-4C617E71D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" y="569855"/>
            <a:ext cx="209976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.Now,click register to start your trip planning 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30" name="Picture 14">
            <a:extLst>
              <a:ext uri="{FF2B5EF4-FFF2-40B4-BE49-F238E27FC236}">
                <a16:creationId xmlns:a16="http://schemas.microsoft.com/office/drawing/2014/main" id="{2A7DA3C8-6BBC-1CF1-F566-254B02F29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10"/>
          <a:stretch>
            <a:fillRect/>
          </a:stretch>
        </p:blipFill>
        <p:spPr bwMode="auto">
          <a:xfrm>
            <a:off x="609599" y="1272021"/>
            <a:ext cx="10591800" cy="505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976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14712AC-DDBA-CBE2-6B70-EE8660B5F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57200"/>
            <a:ext cx="5952270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.Select Login Page and fill your details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3" name="Picture 1">
            <a:extLst>
              <a:ext uri="{FF2B5EF4-FFF2-40B4-BE49-F238E27FC236}">
                <a16:creationId xmlns:a16="http://schemas.microsoft.com/office/drawing/2014/main" id="{54B93320-6EA7-C733-5FB9-47B616B08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19"/>
          <a:stretch>
            <a:fillRect/>
          </a:stretch>
        </p:blipFill>
        <p:spPr bwMode="auto">
          <a:xfrm>
            <a:off x="692426" y="1371599"/>
            <a:ext cx="10356574" cy="491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500FDD81-A360-B43E-8982-4FD142AC2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5257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822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EBB0C2A-3301-7032-198A-0B765F282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33400"/>
            <a:ext cx="2629246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4.Plan Your Trip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1" name="Picture 1">
            <a:extLst>
              <a:ext uri="{FF2B5EF4-FFF2-40B4-BE49-F238E27FC236}">
                <a16:creationId xmlns:a16="http://schemas.microsoft.com/office/drawing/2014/main" id="{5E246372-B6C4-F150-21F1-E0B2FCE7D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06"/>
          <a:stretch>
            <a:fillRect/>
          </a:stretch>
        </p:blipFill>
        <p:spPr bwMode="auto">
          <a:xfrm>
            <a:off x="762000" y="1442711"/>
            <a:ext cx="9753600" cy="4640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662CFE0E-0A92-AF2E-10CD-26B38E6F1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1355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zh-CN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594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4F9C2F6-66FD-ECA6-69C8-444C275E5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57200"/>
            <a:ext cx="5525872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5.Fill the form to get your trip details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5" name="Picture 1">
            <a:extLst>
              <a:ext uri="{FF2B5EF4-FFF2-40B4-BE49-F238E27FC236}">
                <a16:creationId xmlns:a16="http://schemas.microsoft.com/office/drawing/2014/main" id="{C2E7FE45-1403-5D6E-2980-F69581931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33"/>
          <a:stretch>
            <a:fillRect/>
          </a:stretch>
        </p:blipFill>
        <p:spPr bwMode="auto">
          <a:xfrm>
            <a:off x="685800" y="1264044"/>
            <a:ext cx="10363200" cy="491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0523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0FE523D-BBCB-9C60-A7C6-D03B6F24B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23" y="381000"/>
            <a:ext cx="72635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6.Now click on the expenses and enter the details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89" name="Picture 1">
            <a:extLst>
              <a:ext uri="{FF2B5EF4-FFF2-40B4-BE49-F238E27FC236}">
                <a16:creationId xmlns:a16="http://schemas.microsoft.com/office/drawing/2014/main" id="{0BA8B296-CCAF-A745-790C-A70856CD5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19" r="1343"/>
          <a:stretch>
            <a:fillRect/>
          </a:stretch>
        </p:blipFill>
        <p:spPr bwMode="auto">
          <a:xfrm>
            <a:off x="609600" y="1219200"/>
            <a:ext cx="10058400" cy="4845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9383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1ABCC28-6502-01D9-4F4A-E189F04C9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81000"/>
            <a:ext cx="71769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7.Give all your expenses on </a:t>
            </a:r>
            <a:r>
              <a:rPr kumimoji="0" lang="en-US" altLang="zh-C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food,hotel,travel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3" name="Picture 1">
            <a:extLst>
              <a:ext uri="{FF2B5EF4-FFF2-40B4-BE49-F238E27FC236}">
                <a16:creationId xmlns:a16="http://schemas.microsoft.com/office/drawing/2014/main" id="{895C66B4-0033-C119-F44D-B9ECAB0B6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47"/>
          <a:stretch>
            <a:fillRect/>
          </a:stretch>
        </p:blipFill>
        <p:spPr bwMode="auto">
          <a:xfrm>
            <a:off x="626165" y="1143000"/>
            <a:ext cx="10651435" cy="50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718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AC36357-E928-F6E9-74CA-563EE0DCE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81000"/>
            <a:ext cx="95253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8.Add all the expenses according to the budget you have entered 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37" name="Picture 1">
            <a:extLst>
              <a:ext uri="{FF2B5EF4-FFF2-40B4-BE49-F238E27FC236}">
                <a16:creationId xmlns:a16="http://schemas.microsoft.com/office/drawing/2014/main" id="{6EA58E7B-599E-BE9B-B180-C04AF02EF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10" r="1003"/>
          <a:stretch>
            <a:fillRect/>
          </a:stretch>
        </p:blipFill>
        <p:spPr bwMode="auto">
          <a:xfrm>
            <a:off x="533400" y="1371599"/>
            <a:ext cx="10896600" cy="495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55893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30C6837-73BA-C077-3EBB-C3FF90A73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57200"/>
            <a:ext cx="112085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9.All the expenses will be calculated and distributed according to your input 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1" name="Picture 1">
            <a:extLst>
              <a:ext uri="{FF2B5EF4-FFF2-40B4-BE49-F238E27FC236}">
                <a16:creationId xmlns:a16="http://schemas.microsoft.com/office/drawing/2014/main" id="{C7AABAAE-52FF-8F22-5F11-06AB253CF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33" r="786" b="21700"/>
          <a:stretch>
            <a:fillRect/>
          </a:stretch>
        </p:blipFill>
        <p:spPr bwMode="auto">
          <a:xfrm>
            <a:off x="228600" y="1828800"/>
            <a:ext cx="11587948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3943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69CCBC2-1EEB-51CC-0C5C-2B0C17866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38931"/>
            <a:ext cx="10363200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10.After entering all your details, a suggestion trip will be displayed according to the budget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5" name="Picture 1">
            <a:extLst>
              <a:ext uri="{FF2B5EF4-FFF2-40B4-BE49-F238E27FC236}">
                <a16:creationId xmlns:a16="http://schemas.microsoft.com/office/drawing/2014/main" id="{EA481A0F-BA22-AC58-DC17-CB68C4F8B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24" r="671"/>
          <a:stretch>
            <a:fillRect/>
          </a:stretch>
        </p:blipFill>
        <p:spPr bwMode="auto">
          <a:xfrm>
            <a:off x="457200" y="1570036"/>
            <a:ext cx="10287000" cy="492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0691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616007-17CE-9834-D43D-21F78AEA98BB}"/>
              </a:ext>
            </a:extLst>
          </p:cNvPr>
          <p:cNvSpPr txBox="1"/>
          <p:nvPr/>
        </p:nvSpPr>
        <p:spPr>
          <a:xfrm>
            <a:off x="228600" y="457200"/>
            <a:ext cx="11734800" cy="4705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CONCLUSION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Pack Your Purse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application provides a comprehensive and user-centric solution for modern travel planning. By integrating essential travel tools such as budget management, itinerary planning, expense tracking, and real-time recommendations into a single platform, the application simplifies the entire process of organizing a trip. Its emphasis on personalized suggestions and multilingual support ensures a smoother, more enjoyable travel experience for users, even in unfamiliar destinations. Overall,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Pack Your Purse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empowers travelers to make informed decisions, stay within budget, and create well-structured travel plans with minimal stress and maximum efficiency.</a:t>
            </a:r>
          </a:p>
          <a:p>
            <a:pPr marL="0" marR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project showcases the practical application of web development technologies in solving real-world problems. It highlights how thoughtful design and user-focused features can significantly enhance convenience. As a future enhancement, integration with APIs for live data and bookings could further improve the platform’s functionality and relevance.</a:t>
            </a:r>
          </a:p>
        </p:txBody>
      </p:sp>
    </p:spTree>
    <p:extLst>
      <p:ext uri="{BB962C8B-B14F-4D97-AF65-F5344CB8AC3E}">
        <p14:creationId xmlns:p14="http://schemas.microsoft.com/office/powerpoint/2010/main" val="17697580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E9A173-5B2D-E718-2B85-1B993CE06F7B}"/>
              </a:ext>
            </a:extLst>
          </p:cNvPr>
          <p:cNvSpPr txBox="1"/>
          <p:nvPr/>
        </p:nvSpPr>
        <p:spPr>
          <a:xfrm>
            <a:off x="457200" y="1447800"/>
            <a:ext cx="11277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Flask Documentation – </a:t>
            </a:r>
            <a:r>
              <a:rPr lang="en-US" sz="24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https://flask.palletsprojects.com/en/stable/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15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Python Documentation – </a:t>
            </a:r>
            <a:r>
              <a:rPr lang="en-US" sz="24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https://docs.python.org/3/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15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JavaScript MDN Web Docs –</a:t>
            </a:r>
            <a:r>
              <a:rPr lang="en-US" sz="24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https://developer.mozilla.org/enUS/docs/Web/JavaScript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HTML Living Standard – </a:t>
            </a:r>
            <a:r>
              <a:rPr lang="en-US" sz="24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https://html.spec.whatwg.org/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 CSS MDN Docs – </a:t>
            </a:r>
            <a:r>
              <a:rPr lang="en-US" sz="24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https://developer.mozilla.org/en-US/docs/Web/CSS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C0606C-D075-F4A5-A044-8C2453642FFF}"/>
              </a:ext>
            </a:extLst>
          </p:cNvPr>
          <p:cNvSpPr txBox="1"/>
          <p:nvPr/>
        </p:nvSpPr>
        <p:spPr>
          <a:xfrm>
            <a:off x="490330" y="457200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21345468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577071" y="3334511"/>
              <a:ext cx="3291840" cy="3200400"/>
            </a:xfrm>
            <a:custGeom>
              <a:avLst/>
              <a:gdLst/>
              <a:ahLst/>
              <a:cxnLst/>
              <a:rect l="l" t="t" r="r" b="b"/>
              <a:pathLst>
                <a:path w="3291840" h="3200400">
                  <a:moveTo>
                    <a:pt x="3291839" y="0"/>
                  </a:moveTo>
                  <a:lnTo>
                    <a:pt x="0" y="3200400"/>
                  </a:lnTo>
                  <a:lnTo>
                    <a:pt x="3291839" y="3200400"/>
                  </a:lnTo>
                  <a:lnTo>
                    <a:pt x="3291839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3127" y="621791"/>
              <a:ext cx="10902950" cy="5608320"/>
            </a:xfrm>
            <a:custGeom>
              <a:avLst/>
              <a:gdLst/>
              <a:ahLst/>
              <a:cxnLst/>
              <a:rect l="l" t="t" r="r" b="b"/>
              <a:pathLst>
                <a:path w="10902950" h="5608320">
                  <a:moveTo>
                    <a:pt x="0" y="5608320"/>
                  </a:moveTo>
                  <a:lnTo>
                    <a:pt x="10902696" y="5608320"/>
                  </a:lnTo>
                  <a:lnTo>
                    <a:pt x="10902696" y="0"/>
                  </a:lnTo>
                  <a:lnTo>
                    <a:pt x="0" y="0"/>
                  </a:lnTo>
                  <a:lnTo>
                    <a:pt x="0" y="5608320"/>
                  </a:lnTo>
                  <a:close/>
                </a:path>
              </a:pathLst>
            </a:custGeom>
            <a:ln w="1828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54504" y="2611373"/>
            <a:ext cx="7912734" cy="1778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dirty="0"/>
              <a:t>Thank</a:t>
            </a:r>
            <a:r>
              <a:rPr sz="11500" spc="-35" dirty="0"/>
              <a:t> </a:t>
            </a:r>
            <a:r>
              <a:rPr sz="11500" spc="-25" dirty="0"/>
              <a:t>You</a:t>
            </a:r>
            <a:endParaRPr sz="1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1200</Words>
  <Application>Microsoft Office PowerPoint</Application>
  <PresentationFormat>Widescreen</PresentationFormat>
  <Paragraphs>139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Courier New</vt:lpstr>
      <vt:lpstr>Lucida Sans Unicode</vt:lpstr>
      <vt:lpstr>Microsoft Sans Serif</vt:lpstr>
      <vt:lpstr>Times New Roman</vt:lpstr>
      <vt:lpstr>Trebuchet MS</vt:lpstr>
      <vt:lpstr>Office Theme</vt:lpstr>
      <vt:lpstr>CVR COLLEGE OF ENGINEERING</vt:lpstr>
      <vt:lpstr>OUTLINE</vt:lpstr>
      <vt:lpstr>ABSTRACT</vt:lpstr>
      <vt:lpstr>INTRODUCTION</vt:lpstr>
      <vt:lpstr>PROBLEM DEFINITION</vt:lpstr>
      <vt:lpstr>EXISTING SYSTEMS</vt:lpstr>
      <vt:lpstr>OBJECTIVES &amp;FEATURES</vt:lpstr>
      <vt:lpstr>HARDWARE REQUIREMENTS</vt:lpstr>
      <vt:lpstr>SOFTWARE REQUIREMENTS</vt:lpstr>
      <vt:lpstr>METHODOLOGY/TECHNIQUES (SYSTEM ARCHETECTURE)</vt:lpstr>
      <vt:lpstr>FUNCTIONAL REQUIREMENTS</vt:lpstr>
      <vt:lpstr>NON-FUNCTIONAL REQUIREMENTS</vt:lpstr>
      <vt:lpstr>Use Case Diagram</vt:lpstr>
      <vt:lpstr>Class Diagram</vt:lpstr>
      <vt:lpstr>Sequence Diagram</vt:lpstr>
      <vt:lpstr>Activity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Nandini Patel Padam</cp:lastModifiedBy>
  <cp:revision>2</cp:revision>
  <dcterms:created xsi:type="dcterms:W3CDTF">2025-04-28T18:22:21Z</dcterms:created>
  <dcterms:modified xsi:type="dcterms:W3CDTF">2025-04-29T06:37:18Z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2025-04-28T00:00:00Z</vt:filetime>
  </property>
  <property fmtid="{D5CDD505-2E9C-101B-9397-08002B2CF9AE}" pid="5" name="Producer">
    <vt:lpwstr>www.ilovepdf.com</vt:lpwstr>
  </property>
</Properties>
</file>